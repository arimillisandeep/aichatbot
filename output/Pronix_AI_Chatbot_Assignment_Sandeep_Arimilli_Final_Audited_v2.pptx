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83fca45b9b4b9a" /><Relationship Type="http://schemas.openxmlformats.org/officeDocument/2006/relationships/extended-properties" Target="/docProps/app.xml" Id="R40fe78e83f3d4b93" /><Relationship Type="http://schemas.openxmlformats.org/officeDocument/2006/relationships/officeDocument" Target="/ppt/presentation.xml" Id="Re25a10e69698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d4bbc5f0a4d9b"/>
  </p:sldMasterIdLst>
  <p:notesMasterIdLst>
    <p:notesMasterId xmlns:r="http://schemas.openxmlformats.org/officeDocument/2006/relationships" r:id="R44aba5dca219434a"/>
  </p:notesMasterIdLst>
  <p:sldIdLst>
    <p:sldId xmlns:r="http://schemas.openxmlformats.org/officeDocument/2006/relationships" id="256" r:id="R1c7695233296438a"/>
    <p:sldId xmlns:r="http://schemas.openxmlformats.org/officeDocument/2006/relationships" id="257" r:id="R11e3c33360034d7d"/>
    <p:sldId xmlns:r="http://schemas.openxmlformats.org/officeDocument/2006/relationships" id="258" r:id="Rb6b9506f27d64dd7"/>
    <p:sldId xmlns:r="http://schemas.openxmlformats.org/officeDocument/2006/relationships" id="259" r:id="R74e3b59752494b42"/>
    <p:sldId xmlns:r="http://schemas.openxmlformats.org/officeDocument/2006/relationships" id="260" r:id="Re20e20308a5b499f"/>
    <p:sldId xmlns:r="http://schemas.openxmlformats.org/officeDocument/2006/relationships" id="261" r:id="Raed86c723c8644a2"/>
    <p:sldId xmlns:r="http://schemas.openxmlformats.org/officeDocument/2006/relationships" id="262" r:id="R93dd1c12b05448f4"/>
    <p:sldId xmlns:r="http://schemas.openxmlformats.org/officeDocument/2006/relationships" id="263" r:id="Ra1991c84fb2a49ac"/>
    <p:sldId xmlns:r="http://schemas.openxmlformats.org/officeDocument/2006/relationships" id="264" r:id="R690f603238684598"/>
    <p:sldId xmlns:r="http://schemas.openxmlformats.org/officeDocument/2006/relationships" id="265" r:id="R50f5b80a718d4a06"/>
    <p:sldId xmlns:r="http://schemas.openxmlformats.org/officeDocument/2006/relationships" id="266" r:id="R88a50a73d29c4491"/>
    <p:sldId xmlns:r="http://schemas.openxmlformats.org/officeDocument/2006/relationships" id="267" r:id="R35ec23115211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d19be901b47dc" /><Relationship Type="http://schemas.openxmlformats.org/officeDocument/2006/relationships/slideMaster" Target="/ppt/slideMasters/slideMaster1.xml" Id="R30bd4bbc5f0a4d9b" /><Relationship Type="http://schemas.openxmlformats.org/officeDocument/2006/relationships/notesMaster" Target="/ppt/notesMasters/notesMaster1.xml" Id="R44aba5dca219434a" /><Relationship Type="http://schemas.openxmlformats.org/officeDocument/2006/relationships/presProps" Target="/ppt/presProps.xml" Id="R43cfedf1bd83466e" /><Relationship Type="http://schemas.openxmlformats.org/officeDocument/2006/relationships/tableStyles" Target="/ppt/tableStyles.xml" Id="R723cbd09dbce497e" /><Relationship Type="http://schemas.openxmlformats.org/officeDocument/2006/relationships/slide" Target="/ppt/slides/slide1.xml" Id="R1c7695233296438a" /><Relationship Type="http://schemas.openxmlformats.org/officeDocument/2006/relationships/slide" Target="/ppt/slides/slide2.xml" Id="R11e3c33360034d7d" /><Relationship Type="http://schemas.openxmlformats.org/officeDocument/2006/relationships/slide" Target="/ppt/slides/slide3.xml" Id="Rb6b9506f27d64dd7" /><Relationship Type="http://schemas.openxmlformats.org/officeDocument/2006/relationships/slide" Target="/ppt/slides/slide4.xml" Id="R74e3b59752494b42" /><Relationship Type="http://schemas.openxmlformats.org/officeDocument/2006/relationships/slide" Target="/ppt/slides/slide5.xml" Id="Re20e20308a5b499f" /><Relationship Type="http://schemas.openxmlformats.org/officeDocument/2006/relationships/slide" Target="/ppt/slides/slide6.xml" Id="Raed86c723c8644a2" /><Relationship Type="http://schemas.openxmlformats.org/officeDocument/2006/relationships/slide" Target="/ppt/slides/slide7.xml" Id="R93dd1c12b05448f4" /><Relationship Type="http://schemas.openxmlformats.org/officeDocument/2006/relationships/slide" Target="/ppt/slides/slide8.xml" Id="Ra1991c84fb2a49ac" /><Relationship Type="http://schemas.openxmlformats.org/officeDocument/2006/relationships/slide" Target="/ppt/slides/slide9.xml" Id="R690f603238684598" /><Relationship Type="http://schemas.openxmlformats.org/officeDocument/2006/relationships/slide" Target="/ppt/slides/slide10.xml" Id="R50f5b80a718d4a06" /><Relationship Type="http://schemas.openxmlformats.org/officeDocument/2006/relationships/slide" Target="/ppt/slides/slide11.xml" Id="R88a50a73d29c4491" /><Relationship Type="http://schemas.openxmlformats.org/officeDocument/2006/relationships/slide" Target="/ppt/slides/slide12.xml" Id="R35ec23115211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0d8eead421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b3f3cefda486c" /><Relationship Type="http://schemas.openxmlformats.org/officeDocument/2006/relationships/notesMaster" Target="/ppt/notesMasters/notesMaster1.xml" Id="Ra0a46736132241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bdc05aa80e442d" /><Relationship Type="http://schemas.openxmlformats.org/officeDocument/2006/relationships/notesMaster" Target="/ppt/notesMasters/notesMaster1.xml" Id="Re60c08342aa7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cc393c6f364143" /><Relationship Type="http://schemas.openxmlformats.org/officeDocument/2006/relationships/notesMaster" Target="/ppt/notesMasters/notesMaster1.xml" Id="R71f4e112cded4b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e4e466b8348d7" /><Relationship Type="http://schemas.openxmlformats.org/officeDocument/2006/relationships/notesMaster" Target="/ppt/notesMasters/notesMaster1.xml" Id="R82d7e632bfd4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ebc1476bad4c33" /><Relationship Type="http://schemas.openxmlformats.org/officeDocument/2006/relationships/notesMaster" Target="/ppt/notesMasters/notesMaster1.xml" Id="Rac0ed86a3064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41d511fd943e0" /><Relationship Type="http://schemas.openxmlformats.org/officeDocument/2006/relationships/notesMaster" Target="/ppt/notesMasters/notesMaster1.xml" Id="R4b7ac9656e9544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46e3cf0b09429c" /><Relationship Type="http://schemas.openxmlformats.org/officeDocument/2006/relationships/notesMaster" Target="/ppt/notesMasters/notesMaster1.xml" Id="R27520b6655784c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2639e98236413b" /><Relationship Type="http://schemas.openxmlformats.org/officeDocument/2006/relationships/notesMaster" Target="/ppt/notesMasters/notesMaster1.xml" Id="Re3be3e102f47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63407092d4b14" /><Relationship Type="http://schemas.openxmlformats.org/officeDocument/2006/relationships/notesMaster" Target="/ppt/notesMasters/notesMaster1.xml" Id="R17eae5b688ec49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6b44ae98a4123" /><Relationship Type="http://schemas.openxmlformats.org/officeDocument/2006/relationships/notesMaster" Target="/ppt/notesMasters/notesMaster1.xml" Id="R11bd64e2523546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8647d08f6f4de5" /><Relationship Type="http://schemas.openxmlformats.org/officeDocument/2006/relationships/notesMaster" Target="/ppt/notesMasters/notesMaster1.xml" Id="R37242defb1f640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73eb167ced4a88" /><Relationship Type="http://schemas.openxmlformats.org/officeDocument/2006/relationships/notesMaster" Target="/ppt/notesMasters/notesMaster1.xml" Id="R837a8445500c40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Opening slide for the Pronix AI Chatbot Development Assignment.</a:t>
            </a:r>
          </a:p>
          <a:p xmlns:a="http://schemas.openxmlformats.org/drawingml/2006/main">
            <a:r>
              <a:t>Source: User-provided Pronix assignment brief, 30 Sep 2026.</a:t>
            </a:r>
          </a:p>
          <a:p xmlns:a="http://schemas.openxmlformats.org/drawingml/2006/main">
            <a:r>
              <a:t>Visual: Project-local generated illustration, src/assets/pronix-workforce-ai.png.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evaluation email and attached assignment text.</a:t>
            </a:r>
          </a:p>
          <a:p xmlns:a="http://schemas.openxmlformats.org/drawingml/2006/main">
            <a:r>
              <a:t>Key interpretation: Chat only applies to the bot experience. Website and Telegram are chat channels; voice capability is not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Generative AI: models produce new text or other media from context and training patterns.</a:t>
            </a:r>
          </a:p>
          <a:p xmlns:a="http://schemas.openxmlformats.org/drawingml/2006/main">
            <a:r>
              <a:t>Conversational AI: systems manage natural language interactions, intents, entities, state, and responses.</a:t>
            </a:r>
          </a:p>
          <a:p xmlns:a="http://schemas.openxmlformats.org/drawingml/2006/main">
            <a:r>
              <a:t>Reference: Kore.ai XO documentation, https://docs.kore.ai/xo/home/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Pronix assignment scope.</a:t>
            </a:r>
          </a:p>
          <a:p xmlns:a="http://schemas.openxmlformats.org/drawingml/2006/main">
            <a:r>
              <a:t>Actors: Website visitors and potential clients interact with the Pronix virtual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assignment, sections 6.3 and 7.</a:t>
            </a:r>
          </a:p>
          <a:p xmlns:a="http://schemas.openxmlformats.org/drawingml/2006/main">
            <a:r>
              <a:t>The runnable web prototype implements the full experience. The Kore.ai configuration is documented in docs/kore-xo-build.md.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4, 6.4, 6.5, and 8.</a:t>
            </a:r>
          </a:p>
          <a:p xmlns:a="http://schemas.openxmlformats.org/drawingml/2006/main">
            <a:r>
              <a:t>Architecture diagram is an editable presentation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6, 7, and 8.</a:t>
            </a:r>
          </a:p>
          <a:p xmlns:a="http://schemas.openxmlformats.org/drawingml/2006/main">
            <a:r>
              <a:t>Project status: a responsive web prototype is runnable locally; the Kore.ai User Registration dialog was created and configured during this assignment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6.5.</a:t>
            </a:r>
          </a:p>
          <a:p xmlns:a="http://schemas.openxmlformats.org/drawingml/2006/main">
            <a:r>
              <a:t>Reference: Pronix public website, https://pronix.ai/; Kore.ai Search AI documentation, https://docs.kore.ai/xo/searchai/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6.6.</a:t>
            </a:r>
          </a:p>
          <a:p xmlns:a="http://schemas.openxmlformats.org/drawingml/2006/main">
            <a:r>
              <a:t>The assignment calls for 5 to 10 utterances per intent. The Kore.ai build guide contains a complete starting set for eight intents.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Telegram introduction to bots, https://core.telegram.org/bots. Telegram states that a BotFather token gives full control of the bot and must be kept secure.</a:t>
            </a:r>
          </a:p>
          <a:p xmlns:a="http://schemas.openxmlformats.org/drawingml/2006/main">
            <a:r>
              <a:t>Reference: User-provided assignment sections 6.4 and 6.5.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Summary: The deliverables include a runnable frontend, a Kore.ai build guide, and a configured User Registration dialog in the user's Kore.ai workspace.</a:t>
            </a:r>
          </a:p>
          <a:p xmlns:a="http://schemas.openxmlformats.org/drawingml/2006/main">
            <a:r>
              <a:t>Source: Current project implementation and user-provided assignment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current local implementation, MockAPI resource configuration, current Kore.ai workspace configuration, and defined assignment test cases.</a:t>
            </a:r>
          </a:p>
          <a:p xmlns:a="http://schemas.openxmlformats.org/drawingml/2006/main">
            <a:r>
              <a:t>Telegram is marked published because its BotFather bot was configured and included in the published Kore.ai assistant version. No credentials are exposed in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93e5c0bf54b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29f97befd447db" /><Relationship Type="http://schemas.openxmlformats.org/officeDocument/2006/relationships/slideLayout" Target="/ppt/slideLayouts/slideLayout1.xml" Id="R6beb5bdbf3e14b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eb5bdbf3e14b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5bcab5c1b4248" /><Relationship Type="http://schemas.openxmlformats.org/officeDocument/2006/relationships/image" Target="/ppt/media/image.png" Id="R7e0b6f0de22b4e9d" /><Relationship Type="http://schemas.openxmlformats.org/officeDocument/2006/relationships/notesSlide" Target="/ppt/notesSlides/notesSlide1.xml" Id="R835180ac945f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6a37cec764831" /><Relationship Type="http://schemas.openxmlformats.org/officeDocument/2006/relationships/notesSlide" Target="/ppt/notesSlides/notesSlide2.xml" Id="Reab829ac625545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c88493e704bf6" /><Relationship Type="http://schemas.openxmlformats.org/officeDocument/2006/relationships/notesSlide" Target="/ppt/notesSlides/notesSlide3.xml" Id="Rd8ae7af04930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c200c7bdc4096" /><Relationship Type="http://schemas.openxmlformats.org/officeDocument/2006/relationships/notesSlide" Target="/ppt/notesSlides/notesSlide4.xml" Id="Ra29f0a34f97440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3bcf312ae4db3" /><Relationship Type="http://schemas.openxmlformats.org/officeDocument/2006/relationships/notesSlide" Target="/ppt/notesSlides/notesSlide5.xml" Id="Re01189770dd14b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7bd9fe7494815" /><Relationship Type="http://schemas.openxmlformats.org/officeDocument/2006/relationships/notesSlide" Target="/ppt/notesSlides/notesSlide6.xml" Id="R83330de475c04c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a112b70bb40fc" /><Relationship Type="http://schemas.openxmlformats.org/officeDocument/2006/relationships/notesSlide" Target="/ppt/notesSlides/notesSlide7.xml" Id="R6365efc4697340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cc87103fa4f72" /><Relationship Type="http://schemas.openxmlformats.org/officeDocument/2006/relationships/notesSlide" Target="/ppt/notesSlides/notesSlide8.xml" Id="R7a3c3f42e8614a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b31ed134748c6" /><Relationship Type="http://schemas.openxmlformats.org/officeDocument/2006/relationships/notesSlide" Target="/ppt/notesSlides/notesSlide9.xml" Id="R35a0f6ec395f4a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fcc7f319e486b" /><Relationship Type="http://schemas.openxmlformats.org/officeDocument/2006/relationships/notesSlide" Target="/ppt/notesSlides/notesSlide10.xml" Id="R569fd1a357ee47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f56da520743dc" /><Relationship Type="http://schemas.openxmlformats.org/officeDocument/2006/relationships/notesSlide" Target="/ppt/notesSlides/notesSlide11.xml" Id="R13306d89efce40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2ab1ef85243c8" /><Relationship Type="http://schemas.openxmlformats.org/officeDocument/2006/relationships/notesSlide" Target="/ppt/notesSlides/notesSlide12.xml" Id="Rd8e88f3bc52f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b6f0de22b4e9d"/>
          <a:srcRect xmlns:a="http://schemas.openxmlformats.org/drawingml/2006/main" l="31806" t="0" r="3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610B9-C180-4FB7-B0A6-02CA823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04D70-3B95-4156-A953-820B5EC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C4EDA-6FC0-4C25-90D7-EEFFA6E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695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9"/>
          </a:bodyPr>
          <a:lstStyle xmlns:a="http://schemas.openxmlformats.org/drawingml/2006/main"/>
          <a:p xmlns:a="http://schemas.openxmlformats.org/drawingml/2006/main">
            <a:pPr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Chatbot Development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4A082-4D9D-4A44-B70E-A216FB87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Conversational AI Bot for Pronix Inc.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F4ECF-43BF-40CD-9B5F-9E90FFED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Kore.ai XO Platform  |  Chat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26552-F6EB-4917-950E-3F0ED097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Sandeep Arimilli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7BCFF-303E-43D2-8DC8-86E1FC8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FCB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FCBD6"/>
                </a:solidFill>
                <a:latin typeface="Arial"/>
                <a:ea typeface="Arial"/>
                <a:cs typeface="Arial"/>
              </a:rPr>
              <a:t>Submission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744945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23DDC-5C24-465A-A094-3CFBA28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EVALUATION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95870-A50C-47A9-B1DB-9F34695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Assignment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7A200-EFE1-4709-8319-0EBCDF5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6F096-1D70-4CA5-842C-5F8C1A0E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9EF91-9AB8-4775-9054-AF4913DB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 an AI bot for Pronix using Kore.ai, then explain the design and delivery approach.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562E-59E8-4D59-8590-C31718A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4DFFD-599E-4DD7-B556-5C26A795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CA90B-CE47-4B00-ABB4-36F8804C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bot serves website visitors and prospective clients through conversational interactions. Voice and IVR sit outside this assignment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31EB1-9622-4332-997C-36CB015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Expected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24D98-41B2-418F-A977-5966447D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2C532-92E5-4C2A-AED7-124359F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Working 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48408-EC10-4D91-BDBE-D05CFBD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intents, dialog tasks, training, and channel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B22E7-E195-45B1-BF9A-690C57A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E8B7E-7303-4FD0-A601-F77A8A18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337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and automation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B441B-D9BF-47F1-AE53-5E3CCEA8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knowledge sources, REST integration,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AA202-B83D-4340-8C2A-FD6716F4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C7889-6A2D-45D5-AC82-433F227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A095E-7AD2-408B-8E0A-329FE8D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Concepts, process, results, and learnings</a:t>
            </a:r>
          </a:p>
        </p:txBody>
      </p:sp>
    </p:spTree>
    <p:extLst>
      <p:ext uri="{BB962C8B-B14F-4D97-AF65-F5344CB8AC3E}">
        <p14:creationId xmlns:p14="http://schemas.microsoft.com/office/powerpoint/2010/main" val="1748923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C3FB0-907E-4315-AA90-EFCD7B05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F55D1-7ACA-4651-96A9-A2D4D8BD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Generative AI and Conversational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2B1A0-405C-4EAA-83E7-46B6BB02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0BC0-7350-4AE4-92FD-26ED6589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7401D-17B9-41DB-9539-0ADF36C7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9A06B-12CD-4A8D-8692-10F8419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1EF26-A7C7-47BD-827C-8465D96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Creates new content from learned patterns. In this project it can rephrase a response or assist with an answer when the bot has reliable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9040D-FEB4-4883-BBC7-3AE8CAB9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C71CA-D259-49E4-80FB-9294F65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Conversational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09EC4-22AC-4A19-938E-BF0CA63B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Understands user intent, asks for entities, manages task state, and returns a clear next response across supported chat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E47B9-4270-49A1-AD30-D6447EF8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C9FB3-798B-4CE3-806B-AC68A0DF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Pronix assistant uses controlled dialog tasks for account actions and Search AI for questions that do not match a trained intent.</a:t>
            </a:r>
          </a:p>
        </p:txBody>
      </p:sp>
    </p:spTree>
    <p:extLst>
      <p:ext uri="{BB962C8B-B14F-4D97-AF65-F5344CB8AC3E}">
        <p14:creationId xmlns:p14="http://schemas.microsoft.com/office/powerpoint/2010/main" val="1965696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58BEE-2EB8-4866-8886-B7529D81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CONVERSATIONAL AI CHATBOT WITH SEARCH AND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D3D7A-C6BD-4DBF-854F-D3CF02F6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Bot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B70FB-4B69-45D4-B954-81C6086E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D3B2F-E1A9-480D-A596-CFE1C2E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C01BB-35C9-4ADF-9087-C477303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59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visitors and potential clients ask questions, create an account, or find the right Pronix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C96F0-7E8E-413C-9E11-C9595DC5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Visitor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DABD7-F8F7-4185-AB60-AD8EFCCA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Pronix Virtual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E6B6A-1D4B-408B-BDF2-F5666C2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Useful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5AEC6-17E2-4BDA-8E51-D1230C96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39013-3064-41D6-BAA4-5F731652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4A12B-0A87-4B9B-8C41-6F5E9563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989DD-B79E-4BC5-A785-25C0ACF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Ask about a service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insights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Log in or 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EC2FF-C765-404C-A0E3-01149908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394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17A93-E045-41EE-ABDA-4BA1569B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743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recognition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collection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fallback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Sentiment-aware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91516-A04C-4990-BB23-8AEEFFB9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ABD00-1785-43F8-B6CF-53EBC54A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2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Relevant answer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Account update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or support route</a:t>
            </a:r>
          </a:p>
        </p:txBody>
      </p:sp>
    </p:spTree>
    <p:extLst>
      <p:ext uri="{BB962C8B-B14F-4D97-AF65-F5344CB8AC3E}">
        <p14:creationId xmlns:p14="http://schemas.microsoft.com/office/powerpoint/2010/main" val="1551026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663352-2252-4173-AC63-8454EE4D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 AND LOGIN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B3DDA-7292-4F2D-AE00-F1D028A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Authentication Dialogs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19BAA-D2AB-4F96-A052-316627C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D4B15-8116-40C5-BC8D-7E6BB037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452B-7DD6-418C-B4AA-D0F52F24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E1C2D-7812-475A-A1B6-B99089C8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C6224-2EE5-4750-BF6B-A81680E8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10CCA-84A6-4FDB-9D0F-4AC6A6E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2A8C3-1A7C-4292-9608-D85AC74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and offer Login or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A91E8-B01A-4D5D-951C-6E109C17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5333-DDBB-4402-81AF-153D993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8CD7-2814-4476-BAD6-AC952BB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E717E-29FD-4D92-BAEF-5F9EA53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username, email, phone, and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F0A8D-E978-46E6-BDAC-D68EF8C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B2523-C7E9-4092-9DDA-632C533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B32C0-FEEF-4A4F-BF9F-2E8104C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67E30-E2EC-4AEB-B4E6-EE585F7F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Validate entities and POST to MockAPI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1EE6F-1656-411A-9CA2-C567806E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FC146-AB21-42EB-B27C-50D5EFC0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5779F-DDA8-4FAB-8C30-C7B8BBE4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E3535-C0CF-4204-A4CB-69CE14A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97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Confirm success, then offer account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AE1FB-6E8F-4283-834E-257DB3D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1A374-A739-4F91-9ACF-348A8BC7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C6329-8030-4278-96C0-A5BD89C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the registered email with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7525F-4A03-4A03-8C79-FA869B6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1D514-BD8F-44B9-AD67-C01A317C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EBD56F-79DF-4C67-A37B-CFBFF73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BA965-B630-4369-A0F1-C9942C0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GET and match the MockAPI user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389FD-0184-4FE5-8A95-F0E42475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CA879-3D45-4224-8E5B-659DABCF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49846-048C-4A3C-B363-CE3DC21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14B25-6D30-4953-A28E-F74DAE9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9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the known user and show account options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126C4-5D87-4C56-AA55-D2A1B362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C801F-22A9-4136-900F-A629F58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7216AB-6A06-4B17-9041-ED3C743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83B904-BA3F-4F37-B0FC-5C033B6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Route unknown users to Register Now, Retry, or Cancel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FC7B2C-922D-4279-94BF-C2A4B466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22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DFE59-7E29-4A90-84FA-2BDBE1F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984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Both paths return the assignment error message when the REST service fails: Something went wrong. Please try again later.</a:t>
            </a:r>
          </a:p>
        </p:txBody>
      </p:sp>
    </p:spTree>
    <p:extLst>
      <p:ext uri="{BB962C8B-B14F-4D97-AF65-F5344CB8AC3E}">
        <p14:creationId xmlns:p14="http://schemas.microsoft.com/office/powerpoint/2010/main" val="918252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CB3A9-DDE8-47E9-8457-D602A574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CHANNELS, AUTOMATION, KNOWLEDGE, AND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BB909-293B-4DB1-B14C-4F5E6D9A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6EE1-6A5E-4EAE-BAEB-07AEF90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599E2-B57E-4096-8295-8BBBC96B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62F5C-88E9-4B6D-ADDA-36726EF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Channel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B69A7-6E6B-4253-8CF4-71E6029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3802B-E2D9-4A31-A271-BE826A6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Knowledge and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72B5A-DF13-4A02-ADEC-83066208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73EA7-E9E7-4FBA-962E-5285E518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</a:t>
            </a:r>
          </a:p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071A1-36B0-4279-8EDF-4BCB2E6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4CF1E-EC01-416E-A55E-5D1FB6B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NLU intents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Dialog tasks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Entities and validation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6A948-F851-4AC0-AB4F-BAE7AF6C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552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66220-8120-412D-8C0D-88E9334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16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website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MockAPI REST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5E24A-A04C-4FA1-97A6-01CC75F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E0784-2A79-4CE9-BD65-1CE6EEF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607C4-F7AB-4054-9F4D-5532EC14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80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335E5-D333-413F-94A3-53B2A318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Monitoring records intent, question, confidence, fallback behavior, REST status, and handoff outcome for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880045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B254A-3315-45CB-A7F8-72317ED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FROM REQUIREMENTS TO CONTINUOUS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2CA2C-37FB-4FCB-AEDA-E989D679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 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9F51D-C815-4A23-9EC6-290F552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1A2DD-90B3-4227-A94B-08C723C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5B48F-D2C4-4BB8-9476-0497D2CD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6A14A-13CE-4F7A-99A1-B622AB55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FF47-3F32-45D2-AD26-EBE377C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7FEB2-4374-42A0-A3E7-4B164DBC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Define intents, entities, dialog flows, and error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5A3F4-56F4-4ADA-B5CC-BF1B4783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C81C7-0F24-447E-AC26-70B130B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6795F-4098-473C-B97C-8FF05E24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E1D56-0B9D-4115-B958-65BCD073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E15AF-D1DB-4B68-A8EF-5BE2963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Create dialogs, REST nodes, and Search AI knowledge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E39D9-7037-43F0-B204-8B9E35CC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E1F57-B976-48E8-984B-EF78C8F3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2DE16-7344-4812-AAC6-3C3B895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83BBD-2BB6-44E3-ADB0-26BD244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492FA-77B6-4C80-AAE5-D57344A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Add 5 to 10 utterances per intent and check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6D8B3-DBD1-435F-8C22-A652BF0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F4628-73A7-465E-A683-13B99C4E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6DBF9-45B8-48BF-B5C1-EA21788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0239D-87EB-4285-B4CC-1C80EB3E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C61A8-3D21-4B36-B7CD-1CC854E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Run happy paths, validation errors, fallback, and API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A183E-9868-4FA6-8AD1-154BE0C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F4481-D43C-475E-BD8A-B7C5E93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C4177-67A0-418B-A3E6-E1605362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D2620-5618-459C-BE35-48528A2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93751-A3C5-430A-8375-475E729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Publish chat channels and review production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B2EDA-B16A-4683-834A-97C664F5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AEC3C-E153-454F-BB98-42AF3BCF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006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created: User Registration intent, training utterances, greeting, username collection, email collection, email validation, and confirmation handling in Kore.ai.</a:t>
            </a:r>
          </a:p>
        </p:txBody>
      </p:sp>
    </p:spTree>
    <p:extLst>
      <p:ext uri="{BB962C8B-B14F-4D97-AF65-F5344CB8AC3E}">
        <p14:creationId xmlns:p14="http://schemas.microsoft.com/office/powerpoint/2010/main" val="531871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A9374-1996-45B9-B5EE-3233E9B7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ANSWER DISCOVERY WHEN NO TRAINED INTENT MATCHES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7E908-4C73-4D99-B993-1ECC538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and Knowledge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6F90F-E667-47D3-9B4C-2016752B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E3E9-9DED-49A4-BF42-2DCAD716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D8914-789B-4A1B-86A3-572A1720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C85AB-A635-448A-B4F1-68A8E195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A5BAA-F68A-477A-9499-350393FA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services, case studies, blogs, About pages, and approved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347A2-5118-4A1C-A867-B7A4FD94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377CD-0DCD-4963-9BFE-552AE26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A6E93-BA2A-44B1-A18A-98D7DC41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Keyword ranker plus semantic ranker to retrieve relevant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B237C-5699-4C55-9D08-41878AE5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49A8D-FD8D-4641-B1D3-F480E6B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78448-64DD-4027-A9C0-6D4F0843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service_type, category, and blog_tag keep results focused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2E16F-C8EE-4C4F-82B1-EA72E897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60848-15DB-4D16-8D85-F67DBD1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758B5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58B5E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10331-BA30-4CD7-B657-3507800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related options, the Pronix website, and support contact when no answer exists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DBFC4-A21D-4BB7-AD89-704E3E1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F84F0-539A-4F42-BC4A-5FC1C54B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Crawler starting URL: https://pronix.ai/  |  Assignment URL http://www.pronixinc.com redirects to the current Pronix site.</a:t>
            </a:r>
          </a:p>
        </p:txBody>
      </p:sp>
    </p:spTree>
    <p:extLst>
      <p:ext uri="{BB962C8B-B14F-4D97-AF65-F5344CB8AC3E}">
        <p14:creationId xmlns:p14="http://schemas.microsoft.com/office/powerpoint/2010/main" val="900868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F867F-8D46-4BD8-8F67-68BA332B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REPRESENTATIVE INTENT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448D2-162F-4AB1-8742-F9718714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NLP Training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3FF98-1E09-4494-9A0B-1644219E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90626-E8E8-49FC-8BFA-6B3D7EE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629150"/>
                <a:gridCol w="4076700"/>
              </a:tblGrid>
              <a:tr h="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utterances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UserRegistration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register; sign up; create an account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Collect profile entities and create user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UserLogin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login; sign in; access my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Validate email and retrieve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PronixServices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what services do you offer; contact center AI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Respond with relevant service information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CaseStudySearch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show a case study; Kore.ai 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Search case-study content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ContactSupport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contact Pronix; talk to a person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Offer support route or handoff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EB0AF-0C73-42D5-948C-E3E94A99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Test each intent with phrasing not used in training. Add missed phrases only after reviewing the result and expected path.</a:t>
            </a:r>
          </a:p>
        </p:txBody>
      </p:sp>
    </p:spTree>
    <p:extLst>
      <p:ext uri="{BB962C8B-B14F-4D97-AF65-F5344CB8AC3E}">
        <p14:creationId xmlns:p14="http://schemas.microsoft.com/office/powerpoint/2010/main" val="1031410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7F0D-FD70-4FBD-9C99-54F6E306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PRACTICAL DEPLOYMENT PLAN FOR A CHAT 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F59BA-9FAD-4AA0-ABF1-FE4788F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Deployment, Channels,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05AD5-18E9-43F3-9A64-7CCBF1F3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EE99E-5D52-4118-AEE3-9673152B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9B005-A069-48C2-8D0E-F3281F5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8F631-3C0E-475C-96F5-5B613B7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9AF6E-A08D-4C7E-A3F0-B7501D09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Embed the Kore Web SDK on the Pronix site. Test the same dialog tasks used during browser development.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E98EF-45D5-4DC6-AEE1-54D0FC1B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459A5-54C0-44DD-B2A2-1088F7FD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7E394-F1A2-46F8-A6FF-A3C27978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 the bot with @BotFather, place the token only in Kore.ai, enable the channel, publish, then test after the user starts the 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1C41A-8C46-4AB4-A21D-9645665E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00CCB-7117-4E0C-A760-A481FD2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6A6A3-04FF-4DB8-A36E-8BE50D3F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 the resource URL as an environment or configuration variable. Support GET, POST, PUT, and DELETE for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F9887-E6A6-4F12-9A10-56BCAEE8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36C6D-F65D-4590-A5AE-912E00DA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requirement: Do not store Telegram tokens, channel credentials, or real passwords in source code, screenshots, Git, or the presentation. Replace MockAPI with a secured backend before production.</a:t>
            </a:r>
          </a:p>
        </p:txBody>
      </p:sp>
    </p:spTree>
    <p:extLst>
      <p:ext uri="{BB962C8B-B14F-4D97-AF65-F5344CB8AC3E}">
        <p14:creationId xmlns:p14="http://schemas.microsoft.com/office/powerpoint/2010/main" val="1885740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CC21D-9619-4F7F-A5C8-63255F9D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70934-9701-4AB3-80C2-5B7EEA5C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3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The assignment connects a user-facing chat experience with structured automation, enterprise knowledge search, and a clear delivery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B21E0-15A5-48E5-B047-AD08119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CEDDA-26AE-467F-9334-6EEC6AB7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474AC-0C3A-4F12-9D91-49487FF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The runnable prototype covers registration, login, account changes, Search AI-style fallback, sentiment labels, monitoring events, and REST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C854E-A373-4403-82D8-4EE79684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4274A-4723-4AE5-9E8A-E2F0DE0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ADFE2-97D2-42DF-AD99-B812B30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Reliable bots use NLP for intent recognition, entities for validated inputs, and explicit failure messages when a service cannot complete a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6BBD6-67D0-41E1-8478-A021C78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5B202-4DF2-468C-9B43-DDD52760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owner-specific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A370D-2D75-4E46-96CE-BBF1FB6B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MockAPI resource URLs, Telegram bot tokens, Meta verification, and final channel publishing must use the project owner's accounts.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5E664-0E6D-41B3-92F8-AF05CFD0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8465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8EE56-ED85-43B2-B8FC-C75D440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APPENDIX: BUILD VERIFICATION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EE69D-4C68-4841-93C0-E9243600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Demo Evidence and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643A4-0358-4F3E-9E0C-BC3B24F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48D0B-3E04-4242-A5A1-25A7FE0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4FED6-3589-40FF-907D-7D07E34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9062C-7B42-4F08-AB3D-E6447B4C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83421-59F6-4AE2-B187-400DD8F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dialogs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0A23D-2CE9-48C0-B412-E6419E40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0502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6E8BA-0F0F-42CB-BC66-CC0C3A4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621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339FD-E78D-4F95-8A4D-E2E2210C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User Registration is published. User Login has six training utterances and a validated Email entity; its REST and decision branches remain in development.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1D972-E981-4FEF-8639-6D049F6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184A8-19A2-44D0-8EAC-C2305D7E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14E47-1331-446C-BEAB-CB5AE5FD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Runnable web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288D2-2CF4-4D00-82DB-0058F5B7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0E18D-2D6D-4EE2-B94E-A0E7C84D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621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F8E15-4622-425C-9C25-6ABF5C5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34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Registration, login, modify account, delete account, and REST error messaging are implemented. Category, service-type, and blog-tag filtering plus website and email-support fallback were tested.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52AC5-941E-4A25-A6B5-D90C926B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B1CAF-7874-487F-A706-22F25AD6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DD02D-00F5-4F6B-8757-A6F17081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crawl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80096-A5E0-4BDF-963D-BA843C11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29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2F39B-7B56-4D22-ABE9-CAEE5606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86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375F8-25AB-4404-AE79-BAEBEEAD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Public Knowledge completed 50 of 50 crawled pages successfully. Hybrid retrieval is selected while automatic Search AI training completes.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4EF60-8E5E-4AF9-B71A-8D5F825B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74F05-1285-400F-AF68-F9DC44AC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2D161-1AB6-4F97-8A08-CC74CA56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 channel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0FBC3-CD26-44D9-B3F4-C436536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29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850C4-8760-4E63-BB1F-C79F92D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BD384-80C1-4FF3-ACD5-8A44C387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The Pronix bot is configured in Kore.ai and included in the published assistant. A user-started /start test remains to be recorded. No token is stored in this deck or repository.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3E43D-B701-4D72-9676-4438613C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3D8D4-80B1-4FD6-A590-7D2F668F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7400"/>
            <a:ext cx="1021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is intentionally factual: live backend, crawl, and Telegram publishing are verified; final Kore REST branching and WhatsApp verification remain separate work.</a:t>
            </a:r>
          </a:p>
        </p:txBody>
      </p:sp>
    </p:spTree>
    <p:extLst>
      <p:ext uri="{BB962C8B-B14F-4D97-AF65-F5344CB8AC3E}">
        <p14:creationId xmlns:p14="http://schemas.microsoft.com/office/powerpoint/2010/main" val="1308833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2026-09-30T16:16:15.8990000Z</dcterms:created>
  <dcterms:modified xsi:type="dcterms:W3CDTF">2026-09-30T16:16:15.8990000Z</dcterms:modified>
</coreProperties>
</file>
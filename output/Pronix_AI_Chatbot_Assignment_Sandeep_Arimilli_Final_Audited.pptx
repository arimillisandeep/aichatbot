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16067953c847c7" /><Relationship Type="http://schemas.openxmlformats.org/officeDocument/2006/relationships/extended-properties" Target="/docProps/app.xml" Id="R93ffac06152e4434" /><Relationship Type="http://schemas.openxmlformats.org/officeDocument/2006/relationships/officeDocument" Target="/ppt/presentation.xml" Id="R1183c315ee0249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e6f7b73ece436e"/>
  </p:sldMasterIdLst>
  <p:notesMasterIdLst>
    <p:notesMasterId xmlns:r="http://schemas.openxmlformats.org/officeDocument/2006/relationships" r:id="R6fcccd9599cd4cc2"/>
  </p:notesMasterIdLst>
  <p:sldIdLst>
    <p:sldId xmlns:r="http://schemas.openxmlformats.org/officeDocument/2006/relationships" id="256" r:id="Ra82867912c5f4660"/>
    <p:sldId xmlns:r="http://schemas.openxmlformats.org/officeDocument/2006/relationships" id="257" r:id="Rf7fe2d08fe0d4725"/>
    <p:sldId xmlns:r="http://schemas.openxmlformats.org/officeDocument/2006/relationships" id="258" r:id="Rb25cf6bccc7a4630"/>
    <p:sldId xmlns:r="http://schemas.openxmlformats.org/officeDocument/2006/relationships" id="259" r:id="R3a8a5fb36e2545cc"/>
    <p:sldId xmlns:r="http://schemas.openxmlformats.org/officeDocument/2006/relationships" id="260" r:id="Rcf7ba9add695484d"/>
    <p:sldId xmlns:r="http://schemas.openxmlformats.org/officeDocument/2006/relationships" id="261" r:id="Ra8d34205f98c4be2"/>
    <p:sldId xmlns:r="http://schemas.openxmlformats.org/officeDocument/2006/relationships" id="262" r:id="R22f01756b0ff44b8"/>
    <p:sldId xmlns:r="http://schemas.openxmlformats.org/officeDocument/2006/relationships" id="263" r:id="R2ff9ee877fd547dd"/>
    <p:sldId xmlns:r="http://schemas.openxmlformats.org/officeDocument/2006/relationships" id="264" r:id="R517b08da066b453f"/>
    <p:sldId xmlns:r="http://schemas.openxmlformats.org/officeDocument/2006/relationships" id="265" r:id="R6751a4ce2f2c4ae7"/>
    <p:sldId xmlns:r="http://schemas.openxmlformats.org/officeDocument/2006/relationships" id="266" r:id="Rba4c5229cb014b2b"/>
    <p:sldId xmlns:r="http://schemas.openxmlformats.org/officeDocument/2006/relationships" id="267" r:id="R7128af7090af4c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a033a71d7e4e0f" /><Relationship Type="http://schemas.openxmlformats.org/officeDocument/2006/relationships/slideMaster" Target="/ppt/slideMasters/slideMaster1.xml" Id="Rb4e6f7b73ece436e" /><Relationship Type="http://schemas.openxmlformats.org/officeDocument/2006/relationships/notesMaster" Target="/ppt/notesMasters/notesMaster1.xml" Id="R6fcccd9599cd4cc2" /><Relationship Type="http://schemas.openxmlformats.org/officeDocument/2006/relationships/presProps" Target="/ppt/presProps.xml" Id="Re255e5ae35f64f48" /><Relationship Type="http://schemas.openxmlformats.org/officeDocument/2006/relationships/tableStyles" Target="/ppt/tableStyles.xml" Id="R4226df2f570f4aa4" /><Relationship Type="http://schemas.openxmlformats.org/officeDocument/2006/relationships/slide" Target="/ppt/slides/slide1.xml" Id="Ra82867912c5f4660" /><Relationship Type="http://schemas.openxmlformats.org/officeDocument/2006/relationships/slide" Target="/ppt/slides/slide2.xml" Id="Rf7fe2d08fe0d4725" /><Relationship Type="http://schemas.openxmlformats.org/officeDocument/2006/relationships/slide" Target="/ppt/slides/slide3.xml" Id="Rb25cf6bccc7a4630" /><Relationship Type="http://schemas.openxmlformats.org/officeDocument/2006/relationships/slide" Target="/ppt/slides/slide4.xml" Id="R3a8a5fb36e2545cc" /><Relationship Type="http://schemas.openxmlformats.org/officeDocument/2006/relationships/slide" Target="/ppt/slides/slide5.xml" Id="Rcf7ba9add695484d" /><Relationship Type="http://schemas.openxmlformats.org/officeDocument/2006/relationships/slide" Target="/ppt/slides/slide6.xml" Id="Ra8d34205f98c4be2" /><Relationship Type="http://schemas.openxmlformats.org/officeDocument/2006/relationships/slide" Target="/ppt/slides/slide7.xml" Id="R22f01756b0ff44b8" /><Relationship Type="http://schemas.openxmlformats.org/officeDocument/2006/relationships/slide" Target="/ppt/slides/slide8.xml" Id="R2ff9ee877fd547dd" /><Relationship Type="http://schemas.openxmlformats.org/officeDocument/2006/relationships/slide" Target="/ppt/slides/slide9.xml" Id="R517b08da066b453f" /><Relationship Type="http://schemas.openxmlformats.org/officeDocument/2006/relationships/slide" Target="/ppt/slides/slide10.xml" Id="R6751a4ce2f2c4ae7" /><Relationship Type="http://schemas.openxmlformats.org/officeDocument/2006/relationships/slide" Target="/ppt/slides/slide11.xml" Id="Rba4c5229cb014b2b" /><Relationship Type="http://schemas.openxmlformats.org/officeDocument/2006/relationships/slide" Target="/ppt/slides/slide12.xml" Id="R7128af7090af4c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0cbebe104f47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37be94d2e94ae9" /><Relationship Type="http://schemas.openxmlformats.org/officeDocument/2006/relationships/notesMaster" Target="/ppt/notesMasters/notesMaster1.xml" Id="R234943f504c946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c823b0a9e941ed" /><Relationship Type="http://schemas.openxmlformats.org/officeDocument/2006/relationships/notesMaster" Target="/ppt/notesMasters/notesMaster1.xml" Id="Ra79d3f90b4da4e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f65efc5ad44303" /><Relationship Type="http://schemas.openxmlformats.org/officeDocument/2006/relationships/notesMaster" Target="/ppt/notesMasters/notesMaster1.xml" Id="R12b3f505d96941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ee1aea10cb4df6" /><Relationship Type="http://schemas.openxmlformats.org/officeDocument/2006/relationships/notesMaster" Target="/ppt/notesMasters/notesMaster1.xml" Id="Rb37763dcea7842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62d31b4c1f478b" /><Relationship Type="http://schemas.openxmlformats.org/officeDocument/2006/relationships/notesMaster" Target="/ppt/notesMasters/notesMaster1.xml" Id="R443aba2a0ab642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edd624a44b46f6" /><Relationship Type="http://schemas.openxmlformats.org/officeDocument/2006/relationships/notesMaster" Target="/ppt/notesMasters/notesMaster1.xml" Id="R58cdf94b582c41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5909baad7747be" /><Relationship Type="http://schemas.openxmlformats.org/officeDocument/2006/relationships/notesMaster" Target="/ppt/notesMasters/notesMaster1.xml" Id="Rdec115a8cee54f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f95cc3e1694ae3" /><Relationship Type="http://schemas.openxmlformats.org/officeDocument/2006/relationships/notesMaster" Target="/ppt/notesMasters/notesMaster1.xml" Id="R17f8e9c8b42946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67573b49474e92" /><Relationship Type="http://schemas.openxmlformats.org/officeDocument/2006/relationships/notesMaster" Target="/ppt/notesMasters/notesMaster1.xml" Id="R610a7ecb497449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c6cbb288634796" /><Relationship Type="http://schemas.openxmlformats.org/officeDocument/2006/relationships/notesMaster" Target="/ppt/notesMasters/notesMaster1.xml" Id="R7babf0a7d4e543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118e399f164403" /><Relationship Type="http://schemas.openxmlformats.org/officeDocument/2006/relationships/notesMaster" Target="/ppt/notesMasters/notesMaster1.xml" Id="R5c94c3b824ab4e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29af0b89c84820" /><Relationship Type="http://schemas.openxmlformats.org/officeDocument/2006/relationships/notesMaster" Target="/ppt/notesMasters/notesMaster1.xml" Id="R933f96766e7f4c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Opening slide for the Pronix AI Chatbot Development Assignment.</a:t>
            </a:r>
          </a:p>
          <a:p xmlns:a="http://schemas.openxmlformats.org/drawingml/2006/main">
            <a:r>
              <a:t>Source: User-provided Pronix assignment brief, 30 Sep 2026.</a:t>
            </a:r>
          </a:p>
          <a:p xmlns:a="http://schemas.openxmlformats.org/drawingml/2006/main">
            <a:r>
              <a:t>Visual: Project-local generated illustration, src/assets/pronix-workforce-ai.png.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evaluation email and attached assignment text.</a:t>
            </a:r>
          </a:p>
          <a:p xmlns:a="http://schemas.openxmlformats.org/drawingml/2006/main">
            <a:r>
              <a:t>Key interpretation: Chat only applies to the bot experience. Website and Telegram are chat channels; voice capability is not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Generative AI: models produce new text or other media from context and training patterns.</a:t>
            </a:r>
          </a:p>
          <a:p xmlns:a="http://schemas.openxmlformats.org/drawingml/2006/main">
            <a:r>
              <a:t>Conversational AI: systems manage natural language interactions, intents, entities, state, and responses.</a:t>
            </a:r>
          </a:p>
          <a:p xmlns:a="http://schemas.openxmlformats.org/drawingml/2006/main">
            <a:r>
              <a:t>Reference: Kore.ai XO documentation, https://docs.kore.ai/xo/home/ (accessed 30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Pronix assignment scope.</a:t>
            </a:r>
          </a:p>
          <a:p xmlns:a="http://schemas.openxmlformats.org/drawingml/2006/main">
            <a:r>
              <a:t>Actors: Website visitors and potential clients interact with the Pronix virtual assistant.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assignment, sections 6.3 and 7.</a:t>
            </a:r>
          </a:p>
          <a:p xmlns:a="http://schemas.openxmlformats.org/drawingml/2006/main">
            <a:r>
              <a:t>The runnable web prototype implements the full experience. The Kore.ai configuration is documented in docs/kore-xo-build.md.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sections 4, 6.4, 6.5, and 8.</a:t>
            </a:r>
          </a:p>
          <a:p xmlns:a="http://schemas.openxmlformats.org/drawingml/2006/main">
            <a:r>
              <a:t>Architecture diagram is an editable presentation object.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sections 6, 7, and 8.</a:t>
            </a:r>
          </a:p>
          <a:p xmlns:a="http://schemas.openxmlformats.org/drawingml/2006/main">
            <a:r>
              <a:t>Project status: a responsive web prototype is runnable locally; the Kore.ai User Registration dialog was created and configured during this assignment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 6.5.</a:t>
            </a:r>
          </a:p>
          <a:p xmlns:a="http://schemas.openxmlformats.org/drawingml/2006/main">
            <a:r>
              <a:t>Reference: Pronix public website, https://pronix.ai/; Kore.ai Search AI documentation, https://docs.kore.ai/xo/searchai/ (accessed 30 Sep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assignment section 6.6.</a:t>
            </a:r>
          </a:p>
          <a:p xmlns:a="http://schemas.openxmlformats.org/drawingml/2006/main">
            <a:r>
              <a:t>The assignment calls for 5 to 10 utterances per intent. The Kore.ai build guide contains a complete starting set for eight intents.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Reference: Telegram introduction to bots, https://core.telegram.org/bots. Telegram states that a BotFather token gives full control of the bot and must be kept secure.</a:t>
            </a:r>
          </a:p>
          <a:p xmlns:a="http://schemas.openxmlformats.org/drawingml/2006/main">
            <a:r>
              <a:t>Reference: User-provided assignment sections 6.4 and 6.5.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Summary: The deliverables include a runnable frontend, a Kore.ai build guide, and a configured User Registration dialog in the user's Kore.ai workspace.</a:t>
            </a:r>
          </a:p>
          <a:p xmlns:a="http://schemas.openxmlformats.org/drawingml/2006/main">
            <a:r>
              <a:t>Source: Current project implementation and user-provided assignment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sources: current local implementation, MockAPI resource configuration, current Kore.ai workspace configuration, and defined assignment test cases.</a:t>
            </a:r>
          </a:p>
          <a:p xmlns:a="http://schemas.openxmlformats.org/drawingml/2006/main">
            <a:r>
              <a:t>Telegram is marked published because its BotFather bot was configured and included in the published Kore.ai assistant version. No credentials are exposed in the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cead4374448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c226c2867e4a46" /><Relationship Type="http://schemas.openxmlformats.org/officeDocument/2006/relationships/slideLayout" Target="/ppt/slideLayouts/slideLayout1.xml" Id="Rfe79762168264e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79762168264e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28eafe0944656" /><Relationship Type="http://schemas.openxmlformats.org/officeDocument/2006/relationships/image" Target="/ppt/media/image.png" Id="Re3e446c712264330" /><Relationship Type="http://schemas.openxmlformats.org/officeDocument/2006/relationships/notesSlide" Target="/ppt/notesSlides/notesSlide1.xml" Id="R3925793137b84c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82cef07b341b3" /><Relationship Type="http://schemas.openxmlformats.org/officeDocument/2006/relationships/notesSlide" Target="/ppt/notesSlides/notesSlide2.xml" Id="R5c5d207ffe194c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befbc0d6248ee" /><Relationship Type="http://schemas.openxmlformats.org/officeDocument/2006/relationships/notesSlide" Target="/ppt/notesSlides/notesSlide3.xml" Id="R9f0e19b9d54848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e7ba363fb4c12" /><Relationship Type="http://schemas.openxmlformats.org/officeDocument/2006/relationships/notesSlide" Target="/ppt/notesSlides/notesSlide4.xml" Id="R65241207c24d47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586018fb34b98" /><Relationship Type="http://schemas.openxmlformats.org/officeDocument/2006/relationships/notesSlide" Target="/ppt/notesSlides/notesSlide5.xml" Id="R6dac6686be3848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acd29a1a64522" /><Relationship Type="http://schemas.openxmlformats.org/officeDocument/2006/relationships/notesSlide" Target="/ppt/notesSlides/notesSlide6.xml" Id="R0a7dc2fd92cc47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55ef259434a96" /><Relationship Type="http://schemas.openxmlformats.org/officeDocument/2006/relationships/notesSlide" Target="/ppt/notesSlides/notesSlide7.xml" Id="Ra59752db1bd04f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9cb7aa1ca49f7" /><Relationship Type="http://schemas.openxmlformats.org/officeDocument/2006/relationships/notesSlide" Target="/ppt/notesSlides/notesSlide8.xml" Id="Rbd2eaa7b889f42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155f79514448c" /><Relationship Type="http://schemas.openxmlformats.org/officeDocument/2006/relationships/notesSlide" Target="/ppt/notesSlides/notesSlide9.xml" Id="Rbeb9e604ab8b45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888fe50bd4e23" /><Relationship Type="http://schemas.openxmlformats.org/officeDocument/2006/relationships/notesSlide" Target="/ppt/notesSlides/notesSlide10.xml" Id="Ra5264b5a9de14a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8432b3e2d4b43" /><Relationship Type="http://schemas.openxmlformats.org/officeDocument/2006/relationships/notesSlide" Target="/ppt/notesSlides/notesSlide11.xml" Id="R88b7c584130f49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04309a8f246ad" /><Relationship Type="http://schemas.openxmlformats.org/officeDocument/2006/relationships/notesSlide" Target="/ppt/notesSlides/notesSlide12.xml" Id="R7a398188371d48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446c712264330"/>
          <a:srcRect xmlns:a="http://schemas.openxmlformats.org/drawingml/2006/main" l="31806" t="0" r="318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0"/>
            <a:ext cx="4991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6784C-76DA-4F74-BD7F-916C083D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C0ED3-7CB0-4DCA-8154-933F54E1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685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3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EB43D-75C1-4051-BE21-B9B82035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56959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69"/>
          </a:bodyPr>
          <a:lstStyle xmlns:a="http://schemas.openxmlformats.org/drawingml/2006/main"/>
          <a:p xmlns:a="http://schemas.openxmlformats.org/drawingml/2006/main">
            <a:pPr>
              <a:defRPr sz="3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Chatbot Development Assignment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73105-CA1F-4418-B675-DFAA2C83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8E36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8E36B"/>
                </a:solidFill>
                <a:latin typeface="Arial"/>
                <a:ea typeface="Arial"/>
                <a:cs typeface="Arial"/>
              </a:rPr>
              <a:t>Conversational AI Bot for Pronix Inc.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09089-7088-44BD-A2F4-F11A30D0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Kore.ai XO Platform  |  Chat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0ED86-5DF0-45E3-B6F8-BC120B85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Prepared by Sandeep Arimilli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FED96-8FAA-4615-B8C8-D2F43FB3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BFCBD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FCBD6"/>
                </a:solidFill>
                <a:latin typeface="Arial"/>
                <a:ea typeface="Arial"/>
                <a:cs typeface="Arial"/>
              </a:rPr>
              <a:t>Submission presentation</a:t>
            </a:r>
          </a:p>
        </p:txBody>
      </p:sp>
    </p:spTree>
    <p:extLst>
      <p:ext uri="{BB962C8B-B14F-4D97-AF65-F5344CB8AC3E}">
        <p14:creationId xmlns:p14="http://schemas.microsoft.com/office/powerpoint/2010/main" val="9874413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71F4C-D51D-423D-9578-968CF409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EVALUATION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58FC3-3541-445C-8849-9D6249ED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Assignment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90B15-0B36-46A9-BFF2-F1288B30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85793-3DCC-423E-BA55-6C30F9BC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70E15-7A74-4168-9B85-DFBA037F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Build an AI bot for Pronix using Kore.ai, then explain the design and delivery approach.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65878-8C54-4A10-A43C-D155F21E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47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95D00-691F-4B1A-A71E-EE05944D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Chat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204C1-B360-42EF-BCBF-ED6FA054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3714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The bot serves website visitors and prospective clients through conversational interactions. Voice and IVR sit outside this assignment scope.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D2FE8-DD95-4B98-8A24-79F31D2C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Expected submission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A5F58-E0C0-40CC-B186-57E713B7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4FF4B-96D5-4B05-827C-64C8CBF6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241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Working bot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67160-F814-4D02-8B7D-7527774D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90825"/>
            <a:ext cx="407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Kore.ai intents, dialog tasks, training, and channel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40935-865C-4AE3-ABCF-80B2DA2B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08028-99C1-44D2-A159-DE1839BF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3377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and automation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AA92C3-B022-4D1D-9EF5-693CDC54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00475"/>
            <a:ext cx="407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Pronix knowledge sources, REST integration, fallback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C5825D-8BAB-451A-953F-A2D8E017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97F60-5050-45F0-8261-FBB39C6E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434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C6953-785F-4260-8614-D18F1317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10125"/>
            <a:ext cx="407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Concepts, process, results, and learnings</a:t>
            </a:r>
          </a:p>
        </p:txBody>
      </p:sp>
    </p:spTree>
    <p:extLst>
      <p:ext uri="{BB962C8B-B14F-4D97-AF65-F5344CB8AC3E}">
        <p14:creationId xmlns:p14="http://schemas.microsoft.com/office/powerpoint/2010/main" val="1049749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0FD07-077E-4192-8523-6DEE9C22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CORE 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020C1-2727-475E-B7E6-3E81AF03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Generative AI and Conversational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E3511-5EA2-42B3-90B4-250A4D8B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A415F-8699-4646-8587-390B73EA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C4AE6-126B-477B-B63B-41F39358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0292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C0569-23FC-4434-99A3-C6344779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526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Generative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94FAE-56E4-42DF-89C4-842DA174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Creates new content from learned patterns. In this project it can rephrase a response or assist with an answer when the bot has reliable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22B2B-C956-49A6-889D-83D89E6B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28800"/>
            <a:ext cx="50292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F46CC-3ACE-4FC4-B27A-E883589D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526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Conversational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0363E-D29F-4FE4-9211-4ADA260E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6225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174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Understands user intent, asks for entities, manages task state, and returns a clear next response across supported chat channels.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EE1D2-57DB-42BC-AE0D-CBA2A820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3EA6B-3470-4801-8D1B-6B910FA3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721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Pronix assistant uses controlled dialog tasks for account actions and Search AI for questions that do not match a trained intent.</a:t>
            </a:r>
          </a:p>
        </p:txBody>
      </p:sp>
    </p:spTree>
    <p:extLst>
      <p:ext uri="{BB962C8B-B14F-4D97-AF65-F5344CB8AC3E}">
        <p14:creationId xmlns:p14="http://schemas.microsoft.com/office/powerpoint/2010/main" val="380649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764FC-3B5C-4B2A-B772-01744AFF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CONVERSATIONAL AI CHATBOT WITH SEARCH AND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9A12C-9713-4AD8-8E95-DC3B1411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Pronix Bot Use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A1A9E-8882-43AE-AA4A-058C345E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575C0-35EB-4AC1-9DA2-1B49A98B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921BD-2563-4B61-BEF4-F4F1A4EB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59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Website visitors and potential clients ask questions, create an account, or find the right Pronix service.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F04D7-ACFB-42D1-83B0-5636D480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Visitor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4CD84-E58F-4B3D-A4B3-4E29AA44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622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Pronix Virtual Assistant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06032-D13C-42FC-B78D-D084D0AF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Useful next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BEF24-E26A-4872-8B41-110D1D50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813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7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338B9-2885-4700-AE15-696166EC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7A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E1D6D-B38D-4E74-9684-06ED19D9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C362C-03CD-4B0D-AABA-83C0631D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52875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380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Ask about a service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insights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Log in or register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4AB24-0CA3-498C-9A68-A9040493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86150"/>
            <a:ext cx="3943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4DDDAA-D790-453F-AA55-A5040852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0000"/>
            <a:ext cx="2743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Intent recognition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Entity collection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 fallback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Sentiment-aware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93A4A-D49D-48FB-AE90-14010C48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571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ED4B9-215A-4B24-89DA-9B050BCF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5287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2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Relevant answer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Account update</a:t>
            </a:r>
          </a:p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Website or support route</a:t>
            </a:r>
          </a:p>
        </p:txBody>
      </p:sp>
    </p:spTree>
    <p:extLst>
      <p:ext uri="{BB962C8B-B14F-4D97-AF65-F5344CB8AC3E}">
        <p14:creationId xmlns:p14="http://schemas.microsoft.com/office/powerpoint/2010/main" val="18403605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09EF4A-1540-40E6-A086-1197E378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REGISTRATION AND LOGIN 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B799C-ED77-4F5C-85AE-C64326A6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Authentication Dialogs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4CBE1-7DBB-4A42-A4D4-43FE4D10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13FB9-BAEC-4A3B-AB33-42FE1762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54B78-ABC2-4F1B-805E-23018C42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Registration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00E5C-433A-4CA2-B2D6-8044BEFF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AADCB-B97D-46BE-AD40-EB2F50D3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A244B-7F66-460F-869F-452309C0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B4E60-03D2-4DF6-AF79-5BB192D5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622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Greet and offer Login or 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C5AB8-4FB5-468A-95C8-77168121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6860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A17A3-CC8B-4A7D-A09A-9E908E91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368DD-4376-42E4-9578-F122F730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ADBCE-BFF5-4069-97D1-6D567C68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87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Collect username, email, phone, and password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41E7F-5257-4C2F-97C3-BEDFC9F1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67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92237-FF28-4DF6-87F5-D51216B8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C981D-42A2-4BD1-AD5B-330FD158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2408F1-0C45-448D-B9DE-269592CF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243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Validate entities and POST to MockAPI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36EC3-EA0E-4967-BCE6-E219AB7C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481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79D0B8-572A-41B0-A73E-5DE7D091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6A0AE-8737-4946-B6B2-56D1257F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743254-E139-466E-A5FD-C8A981B5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97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Confirm success, then offer account options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B7B65B-1A99-4295-AFD6-1AD42E58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074148-16B0-4DC2-B86F-A4A3F83B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717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E68718-7F04-4CBD-91A0-1343E2C2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Collect the registered email with 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49E8F4-8A04-4784-93BE-9BB710BD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6860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095DF5-D99B-4EFD-82C3-2DE7CACE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1CD4C2-A4B4-455F-B10F-D2443A8D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026E27-110C-46F7-B65E-B7939C66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GET and match the MockAPI user record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BC76F0-1CA9-452E-826D-FBE05EB1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671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9AFAAF-CD2C-49A7-B86C-32AF77C6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95B2BD-039C-4F03-923E-5E2593A8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338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78F911-D7DE-4EBE-B448-84BB2246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243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329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Greet the known user and show account options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DE5A85-2983-43C3-BD7F-1A78DBDB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2481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60DD87-C91E-4523-8A9D-B8AD643A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672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6C7AD1-DD42-4E89-8AF0-372D2DF6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65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4051D5-E53A-40B0-89C7-7997D9FC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053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Route unknown users to Register Now, Retry, or Cancel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77436E-E971-49D4-95B0-5EB31297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22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E406A8-9B5B-4E75-A3D4-63C537D3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48350"/>
            <a:ext cx="984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Both paths return the assignment error message when the REST service fails: Something went wrong. Please try again later.</a:t>
            </a:r>
          </a:p>
        </p:txBody>
      </p:sp>
    </p:spTree>
    <p:extLst>
      <p:ext uri="{BB962C8B-B14F-4D97-AF65-F5344CB8AC3E}">
        <p14:creationId xmlns:p14="http://schemas.microsoft.com/office/powerpoint/2010/main" val="9675395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09F12-86B2-416D-ACDF-1E5BC63D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CHAT CHANNELS, AUTOMATION, KNOWLEDGE, AND MONITORING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71D30-C09F-4161-A493-C84A08CE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Kore.ai Solution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F573F-C564-4C82-8750-FC096204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EBC33-C5BB-4F3C-81A3-509C163E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735C3-7C9D-4EA1-BD16-B41A1F33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Channel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E0F50-832D-4D07-82FB-E9A6B2E8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00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Kore.ai XO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76CE8-8B0A-45C2-9D99-4C661430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000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Knowledge and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A1732-40DC-47EE-91C4-3E4FEDD1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24955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FBD46-5283-4945-8B59-79D686D5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Website</a:t>
            </a:r>
          </a:p>
          <a:p xmlns:a="http://schemas.openxmlformats.org/drawingml/2006/main">
            <a:pPr>
              <a:defRPr sz="18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3E312-79DB-4B92-BD0E-BF2DC210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43150"/>
            <a:ext cx="2971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49EA7-2AFF-488C-BC65-88EAB1E6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2324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NLU intents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Dialog tasks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Entities and validation</a:t>
            </a:r>
          </a:p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Sentiment handling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1C0D2-666E-4B87-AE08-6564E17B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2552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7CFA7-D36D-4531-B67D-8F82826B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0350"/>
            <a:ext cx="195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16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AI</a:t>
            </a:r>
          </a:p>
          <a:p xmlns:a="http://schemas.openxmlformats.org/drawingml/2006/main">
            <a:pPr>
              <a:defRPr sz="16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Pronix website</a:t>
            </a:r>
          </a:p>
          <a:p xmlns:a="http://schemas.openxmlformats.org/drawingml/2006/main">
            <a:pPr>
              <a:defRPr sz="16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MockAPI REST store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030CB-87BB-48EA-91BD-5E284401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137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A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A89E28-A77D-48D5-80AB-12670CC7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4E8636-97D0-40C5-9CBE-49D32F71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801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CB6F8-59DD-41BC-84BF-93591413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62550"/>
            <a:ext cx="1013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Monitoring records intent, question, confidence, fallback behavior, REST status, and handoff outcome for continuous improvement.</a:t>
            </a:r>
          </a:p>
        </p:txBody>
      </p:sp>
    </p:spTree>
    <p:extLst>
      <p:ext uri="{BB962C8B-B14F-4D97-AF65-F5344CB8AC3E}">
        <p14:creationId xmlns:p14="http://schemas.microsoft.com/office/powerpoint/2010/main" val="5841236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210E84-058D-45AA-B63C-D1C765CE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FROM REQUIREMENTS TO CONTINUOUS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72A97-3FE4-432C-9442-26CC8410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Bot Development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BCCDD-8FBC-41D0-8965-1AFC3E05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9265-85AC-4C8D-B348-21D41C0B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1871B-D10A-4680-B996-ACDC1614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6CFEC-C3C4-4611-92C7-C8A57A52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A7C30-6C54-4B30-9695-19FD68E6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36609-D26B-404D-9BC9-2514BD64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Define intents, entities, dialog flows, and error paths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FED98-E41D-4134-A00D-80EECB19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5366A-EB0B-4FDE-8273-DF132F78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B2162-4928-428F-B29E-E77D7830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60373-356D-49DD-B06D-915019ED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DCC07-9989-4C89-97AA-4BCB95EB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Create dialogs, REST nodes, and Search AI knowledge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473CB-08FE-4CDD-8649-FB2A128E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99F45-7D34-43A0-876B-7DA8B317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B026B2-9A66-43F3-BCE1-25F44211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C8C63-F47E-4585-884E-8C975BE3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E4863-F34A-41AD-8C32-DB5BFA73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Add 5 to 10 utterances per intent and check confidence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0AA280-5030-44D4-8FB4-A086EF72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30BE1-CF68-4DB7-9E66-A3B834D2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FDEE13-C403-48A1-8D04-7C92186D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FB4B6E-5A67-42D5-BC9A-D0E69992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F7D490-0FEC-47AA-9F54-736EAB19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15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Run happy paths, validation errors, fallback, and API failure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A20559-0A57-4E92-99E1-DFE72F66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3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4ABF40-CF34-48B8-A40E-D6E833E4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D31561-8BB9-4259-BD34-C0049CCC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00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F47264-8688-4530-B66D-28EF10E2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86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Deploy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A4BDF7-3A49-49A9-BE9C-3471C0F0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86150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Publish chat channels and review production behavior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FEAF01-F25D-45F7-8356-CB551C21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E6D683-835F-4447-8590-E9BF142E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006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03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Configuration created: User Registration intent, training utterances, greeting, username collection, email collection, email validation, and confirmation handling in Kore.ai.</a:t>
            </a:r>
          </a:p>
        </p:txBody>
      </p:sp>
    </p:spTree>
    <p:extLst>
      <p:ext uri="{BB962C8B-B14F-4D97-AF65-F5344CB8AC3E}">
        <p14:creationId xmlns:p14="http://schemas.microsoft.com/office/powerpoint/2010/main" val="9823084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EF62C-B269-4F47-911B-1AC705F3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ANSWER DISCOVERY WHEN NO TRAINED INTENT MATCHES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47C84-D63B-48D3-A4C7-5C7910B8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AI and Knowledge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548DC-32FE-4F7B-B280-FED33C59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19AC9-E1CA-422D-8512-9CB495DF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81FBD-A3F9-4020-9415-BDD5217C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FBF41-B577-41EF-8B3E-345B1C67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977FA-9CAD-4860-BAA8-8F67A123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Pronix services, case studies, blogs, About pages, and approved 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C4864-A4D9-4E9C-AADE-E7BD45B6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2EE72-CFB8-4578-91B2-20D25D5C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3478B7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478B7"/>
                </a:solidFill>
                <a:latin typeface="Arial"/>
                <a:ea typeface="Arial"/>
                <a:cs typeface="Arial"/>
              </a:rPr>
              <a:t>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53912-8ECC-48A3-8765-12E41CFF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Keyword ranker plus semantic ranker to retrieve relevant content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FB2B9-7B93-4A48-97D1-0AB0C764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CF552-0F32-48D5-B05A-4869808C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9DAFA-81F6-47E6-A2F6-65F7F50B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service_type, category, and blog_tag keep results focused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C93E2-E1A3-47CD-A626-AD974F99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717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B5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02304-360D-4C3E-96D9-B96676C2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758B5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58B5E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176E4-7F07-4382-9AA5-6347B3CC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2152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Show related options, the Pronix website, and support contact when no answer exists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78BBF7-EEA4-4FB1-B03D-1B97DEB8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09980-8526-4042-B8E9-5974B115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62575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Crawler starting URL: https://pronix.ai/  |  Assignment URL http://www.pronixinc.com redirects to the current Pronix site.</a:t>
            </a:r>
          </a:p>
        </p:txBody>
      </p:sp>
    </p:spTree>
    <p:extLst>
      <p:ext uri="{BB962C8B-B14F-4D97-AF65-F5344CB8AC3E}">
        <p14:creationId xmlns:p14="http://schemas.microsoft.com/office/powerpoint/2010/main" val="11164371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B37FC-BDC0-4764-9614-EA94017B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REPRESENTATIVE INTENT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97DC6-DA5D-47FE-9A15-0FFF57A7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NLP Training and Test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F8585-1F1F-4444-9CBA-1F625701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106C8-74EC-4EDD-9D6E-F2471B5C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4550"/>
                <a:gridCol w="4629150"/>
                <a:gridCol w="4076700"/>
              </a:tblGrid>
              <a:tr h="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Intent</a:t>
                      </a:r>
                    </a:p>
                  </a:txBody>
                  <a:tcPr marL="91440" marR="91440" marT="45720" marB="45720"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Sample utterances</a:t>
                      </a:r>
                    </a:p>
                  </a:txBody>
                  <a:tcPr marL="91440" marR="91440" marT="45720" marB="45720">
                    <a:solidFill>
                      <a:srgbClr val="18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 outcome</a:t>
                      </a:r>
                    </a:p>
                  </a:txBody>
                  <a:tcPr marL="91440" marR="91440" marT="45720" marB="45720">
                    <a:solidFill>
                      <a:srgbClr val="18212B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UserRegistration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register; sign up; create an account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Collect profile entities and create user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UserLogin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login; sign in; access my account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Validate email and retrieve account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PronixServices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what services do you offer; contact center AI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Respond with relevant service information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CaseStudySearch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show a case study; Kore.ai example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Search case-study content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27A78"/>
                          </a:solidFill>
                          <a:latin typeface="Arial"/>
                          <a:ea typeface="Arial"/>
                          <a:cs typeface="Arial"/>
                        </a:rPr>
                        <a:t>ContactSupport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contact Pronix; talk to a person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212B"/>
                          </a:solidFill>
                          <a:latin typeface="Arial"/>
                          <a:ea typeface="Arial"/>
                          <a:cs typeface="Arial"/>
                        </a:rPr>
                        <a:t>Offer support route or handoff</a:t>
                      </a:r>
                    </a:p>
                  </a:txBody>
                  <a:tcPr marL="91440" marR="91440" marT="45720" marB="45720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ACA30-A08E-408D-9B55-DCA2DE11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Test each intent with phrasing not used in training. Add missed phrases only after reviewing the result and expected path.</a:t>
            </a:r>
          </a:p>
        </p:txBody>
      </p:sp>
    </p:spTree>
    <p:extLst>
      <p:ext uri="{BB962C8B-B14F-4D97-AF65-F5344CB8AC3E}">
        <p14:creationId xmlns:p14="http://schemas.microsoft.com/office/powerpoint/2010/main" val="14429077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D1F84-AA4D-4E51-8E25-35990CD5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PRACTICAL DEPLOYMENT PLAN FOR A CHAT BOT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CB1CB-1950-482E-8B45-299B2CEF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Deployment, Channels, and 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37155-5ADA-41DF-BB03-E8364289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F4C49-4DB2-467C-BB50-D2664F8D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94DDA-B0E2-46BB-A3F8-A57D76E1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5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EBA44-C9D4-4A8D-9E68-05A63FC7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Website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3A2CB-8849-4DC4-B0F7-C9300D23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Embed the Kore Web SDK on the Pronix site. Test the same dialog tasks used during browser development.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CE55B-5D3E-4D71-A740-059AA4F3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52650"/>
            <a:ext cx="95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BE5FC-0D8D-47A0-88A9-3D5B0785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05D4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05D4E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EEE8-1DE6-46F1-B62E-B27A961F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4320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Create the bot with @BotFather, place the token only in Kore.ai, enable the channel, publish, then test after the user starts the chat.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C42D8-7C8B-4759-A076-B28DC867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52650"/>
            <a:ext cx="95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7C39C-3458-452F-B789-4E4A02E7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3478B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478B7"/>
                </a:solidFill>
                <a:latin typeface="Arial"/>
                <a:ea typeface="Arial"/>
                <a:cs typeface="Arial"/>
              </a:rPr>
              <a:t>MockAPI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27F1B-1812-4442-A172-14A5E0FB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4320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Use the resource URL as an environment or configuration variable. Support GET, POST, PUT, and DELETE for the prototype.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84A60-C95C-4781-91BD-3BABDDB6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BA507-10FA-4D50-B644-78292173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435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 requirement: Do not store Telegram tokens, channel credentials, or real passwords in source code, screenshots, Git, or the presentation. Replace MockAPI with a secured backend before production.</a:t>
            </a:r>
          </a:p>
        </p:txBody>
      </p:sp>
    </p:spTree>
    <p:extLst>
      <p:ext uri="{BB962C8B-B14F-4D97-AF65-F5344CB8AC3E}">
        <p14:creationId xmlns:p14="http://schemas.microsoft.com/office/powerpoint/2010/main" val="13415246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8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19986-2F37-4925-BF21-04A9233D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Observations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81C65-36E4-4957-8557-E1D0538E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39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C8E36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C8E36B"/>
                </a:solidFill>
                <a:latin typeface="Arial"/>
                <a:ea typeface="Arial"/>
                <a:cs typeface="Arial"/>
              </a:rPr>
              <a:t>The assignment connects a user-facing chat experience with structured automation, enterprise knowledge search, and a clear delivery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1D2A2-F28B-4203-A483-919BDC8B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1B6D2-190E-4492-AEA3-77AE8858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495C9-959E-4A93-AE50-7DB31095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The runnable prototype covers registration, login, account changes, Search AI-style fallback, sentiment labels, monitoring events, and REST fallback.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4EBB6-00FE-47A5-94E1-8B16F161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B727B-2643-49E5-9F8E-AC514035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719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 learned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261D1-D9E5-4CCB-9BBC-099510CB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71925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Reliable bots use NLP for intent recognition, entities for validated inputs, and explicit failure messages when a service cannot complete a request.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994F2-5301-4783-BEBC-34B22694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36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F211A-1386-45B5-B1A0-95640DAE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remains owner-specific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F00B5-AC98-4585-814C-98020505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5300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DE3E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3E9"/>
                </a:solidFill>
                <a:latin typeface="Arial"/>
                <a:ea typeface="Arial"/>
                <a:cs typeface="Arial"/>
              </a:rPr>
              <a:t>MockAPI resource URLs, Telegram bot tokens, Meta verification, and final channel publishing must use the project owner's accounts.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F68D8-DFCF-4EFC-80D4-FC924D40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681252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DA729D-84FA-4458-9C04-3F158757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27A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27A78"/>
                </a:solidFill>
                <a:latin typeface="Arial"/>
                <a:ea typeface="Arial"/>
                <a:cs typeface="Arial"/>
              </a:rPr>
              <a:t>APPENDIX: BUILD VERIFICATION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62717-4251-4A29-94AD-4910BEFE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Demo Evidence and Test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CC5A3-84B2-495B-9F0D-891250CE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3C6C8-4EEC-46FB-82F9-9591B460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A2FD3-5CEC-43C3-89A1-1BCDB20D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1054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688D4-EF7E-4AE1-AA8C-15ED1C0B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6633E-FC5E-408A-BDF5-78C607E1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Kore.ai dialogs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3673A-6031-4BBD-B491-B053E01A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05025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7A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FC518-6955-4F72-84DD-99DECC6B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621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2057E-B2E9-4FA1-AB31-370E0D7F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User Registration is published. User Login has six training utterances and a validated Email entity; its REST and decision branches remain in development.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29DAF-6320-4F72-B323-84A328F9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85950"/>
            <a:ext cx="51054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09F04-D219-46BB-9B51-F86FC6E9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85950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7929D-89F2-4C3B-ABB7-9F8A3A1D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Runnable web prototype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4A4BE-A089-42B7-8ABC-565461CD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05025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7AAC2-BC70-46F1-A39A-749DA6EF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621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B17A6-E6DF-4E8D-A618-D568DFC2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78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Registration, login, modify account, delete account, fallback behavior, and REST-service error messaging are implemented. The app now targets its MockAPI users resource.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EEEDB-E6EC-49FD-9C7E-21096D91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1054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E8AFDB-8657-4655-BCC9-50C355F9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501B7-D3A3-47CB-AA72-770CD2F3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Search AI crawl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5139A-E2AA-440A-9C8F-F447078E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29075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D4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CEEB9-5D13-4D3F-B250-EC686900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86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65038D-F7F4-4288-8B64-AC65E232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1485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Pronix Public Knowledge completed 50 of 50 crawled pages successfully. Hybrid retrieval is selected while automatic Search AI training completes.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B888F-5DFD-4B84-9C53-0B8D68CD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10000"/>
            <a:ext cx="51054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3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2622C5-E56C-4302-9609-A2BFB1A2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10000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B5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E1974A-D474-4054-A07B-6DF094A1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Telegram channel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B54554-591C-40A4-A06B-83376311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29075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B5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7DE5FB-01C5-4FF5-BEC2-C516DC42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86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PUBLISHED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6803A3-0AB0-4AD1-BA3B-EA24A993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The Pronix bot is configured in Kore.ai and included in the published assistant. A user-started /start test remains to be recorded. No token is stored in this deck or repository.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7F9EB3-A45D-4431-AC9F-79C32CAB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56C109-F82F-4E27-9813-DE2510A5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67400"/>
            <a:ext cx="1021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is intentionally factual: live backend, crawl, and Telegram publishing are verified; final Kore REST branching and WhatsApp verification remain separate work.</a:t>
            </a:r>
          </a:p>
        </p:txBody>
      </p:sp>
    </p:spTree>
    <p:extLst>
      <p:ext uri="{BB962C8B-B14F-4D97-AF65-F5344CB8AC3E}">
        <p14:creationId xmlns:p14="http://schemas.microsoft.com/office/powerpoint/2010/main" val="8037720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2026-09-30T15:49:53.9350000Z</dcterms:created>
  <dcterms:modified xsi:type="dcterms:W3CDTF">2026-09-30T15:49:53.9350000Z</dcterms:modified>
</coreProperties>
</file>
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124e3751241e5" /><Relationship Type="http://schemas.openxmlformats.org/officeDocument/2006/relationships/extended-properties" Target="/docProps/app.xml" Id="Rc325b81a2c1f4127" /><Relationship Type="http://schemas.openxmlformats.org/officeDocument/2006/relationships/officeDocument" Target="/ppt/presentation.xml" Id="R8a87d218d98a43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b5ffe058244329"/>
  </p:sldMasterIdLst>
  <p:notesMasterIdLst>
    <p:notesMasterId xmlns:r="http://schemas.openxmlformats.org/officeDocument/2006/relationships" r:id="Re8072026306c4225"/>
  </p:notesMasterIdLst>
  <p:sldIdLst>
    <p:sldId xmlns:r="http://schemas.openxmlformats.org/officeDocument/2006/relationships" id="256" r:id="Rf8c8dac2c7044708"/>
    <p:sldId xmlns:r="http://schemas.openxmlformats.org/officeDocument/2006/relationships" id="257" r:id="Rcb6aba8cb3de4ca2"/>
    <p:sldId xmlns:r="http://schemas.openxmlformats.org/officeDocument/2006/relationships" id="258" r:id="R59eca68cac884ea1"/>
    <p:sldId xmlns:r="http://schemas.openxmlformats.org/officeDocument/2006/relationships" id="259" r:id="R3fe1c023a4554d61"/>
    <p:sldId xmlns:r="http://schemas.openxmlformats.org/officeDocument/2006/relationships" id="260" r:id="R7d2dc457431d4ea0"/>
    <p:sldId xmlns:r="http://schemas.openxmlformats.org/officeDocument/2006/relationships" id="261" r:id="Ree55b137d72345c8"/>
    <p:sldId xmlns:r="http://schemas.openxmlformats.org/officeDocument/2006/relationships" id="262" r:id="Rbea3cfbdfdc249a7"/>
    <p:sldId xmlns:r="http://schemas.openxmlformats.org/officeDocument/2006/relationships" id="263" r:id="R4c80b510a27f4459"/>
    <p:sldId xmlns:r="http://schemas.openxmlformats.org/officeDocument/2006/relationships" id="264" r:id="R7eaef3f0cee94109"/>
    <p:sldId xmlns:r="http://schemas.openxmlformats.org/officeDocument/2006/relationships" id="265" r:id="Re3ccf50195bf45cf"/>
    <p:sldId xmlns:r="http://schemas.openxmlformats.org/officeDocument/2006/relationships" id="266" r:id="R6c4d250c7ef545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60a1a58c854473" /><Relationship Type="http://schemas.openxmlformats.org/officeDocument/2006/relationships/slideMaster" Target="/ppt/slideMasters/slideMaster1.xml" Id="R76b5ffe058244329" /><Relationship Type="http://schemas.openxmlformats.org/officeDocument/2006/relationships/notesMaster" Target="/ppt/notesMasters/notesMaster1.xml" Id="Re8072026306c4225" /><Relationship Type="http://schemas.openxmlformats.org/officeDocument/2006/relationships/presProps" Target="/ppt/presProps.xml" Id="Rb63c1e6a1bc5423a" /><Relationship Type="http://schemas.openxmlformats.org/officeDocument/2006/relationships/tableStyles" Target="/ppt/tableStyles.xml" Id="Rc0b99974759b4628" /><Relationship Type="http://schemas.openxmlformats.org/officeDocument/2006/relationships/slide" Target="/ppt/slides/slide1.xml" Id="Rf8c8dac2c7044708" /><Relationship Type="http://schemas.openxmlformats.org/officeDocument/2006/relationships/slide" Target="/ppt/slides/slide2.xml" Id="Rcb6aba8cb3de4ca2" /><Relationship Type="http://schemas.openxmlformats.org/officeDocument/2006/relationships/slide" Target="/ppt/slides/slide3.xml" Id="R59eca68cac884ea1" /><Relationship Type="http://schemas.openxmlformats.org/officeDocument/2006/relationships/slide" Target="/ppt/slides/slide4.xml" Id="R3fe1c023a4554d61" /><Relationship Type="http://schemas.openxmlformats.org/officeDocument/2006/relationships/slide" Target="/ppt/slides/slide5.xml" Id="R7d2dc457431d4ea0" /><Relationship Type="http://schemas.openxmlformats.org/officeDocument/2006/relationships/slide" Target="/ppt/slides/slide6.xml" Id="Ree55b137d72345c8" /><Relationship Type="http://schemas.openxmlformats.org/officeDocument/2006/relationships/slide" Target="/ppt/slides/slide7.xml" Id="Rbea3cfbdfdc249a7" /><Relationship Type="http://schemas.openxmlformats.org/officeDocument/2006/relationships/slide" Target="/ppt/slides/slide8.xml" Id="R4c80b510a27f4459" /><Relationship Type="http://schemas.openxmlformats.org/officeDocument/2006/relationships/slide" Target="/ppt/slides/slide9.xml" Id="R7eaef3f0cee94109" /><Relationship Type="http://schemas.openxmlformats.org/officeDocument/2006/relationships/slide" Target="/ppt/slides/slide10.xml" Id="Re3ccf50195bf45cf" /><Relationship Type="http://schemas.openxmlformats.org/officeDocument/2006/relationships/slide" Target="/ppt/slides/slide11.xml" Id="R6c4d250c7ef545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e1e5d7d3e24d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b506fc36748da" /><Relationship Type="http://schemas.openxmlformats.org/officeDocument/2006/relationships/notesMaster" Target="/ppt/notesMasters/notesMaster1.xml" Id="R259e22fe6b9048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1d645299a415c" /><Relationship Type="http://schemas.openxmlformats.org/officeDocument/2006/relationships/notesMaster" Target="/ppt/notesMasters/notesMaster1.xml" Id="Rfad5237f4bdd4c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90992fca744417" /><Relationship Type="http://schemas.openxmlformats.org/officeDocument/2006/relationships/notesMaster" Target="/ppt/notesMasters/notesMaster1.xml" Id="Rb74f8207ce884b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51ded30e1b4787" /><Relationship Type="http://schemas.openxmlformats.org/officeDocument/2006/relationships/notesMaster" Target="/ppt/notesMasters/notesMaster1.xml" Id="R49c2b89fe6bf4b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7d19becd5740ae" /><Relationship Type="http://schemas.openxmlformats.org/officeDocument/2006/relationships/notesMaster" Target="/ppt/notesMasters/notesMaster1.xml" Id="R9e641c0b37d848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51009215d6435d" /><Relationship Type="http://schemas.openxmlformats.org/officeDocument/2006/relationships/notesMaster" Target="/ppt/notesMasters/notesMaster1.xml" Id="R9eab413167d24d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3f49f26a744d3f" /><Relationship Type="http://schemas.openxmlformats.org/officeDocument/2006/relationships/notesMaster" Target="/ppt/notesMasters/notesMaster1.xml" Id="Rda875ce3854b4d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d3186b277d4799" /><Relationship Type="http://schemas.openxmlformats.org/officeDocument/2006/relationships/notesMaster" Target="/ppt/notesMasters/notesMaster1.xml" Id="R29bf8a7914b140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a18a7661b84c88" /><Relationship Type="http://schemas.openxmlformats.org/officeDocument/2006/relationships/notesMaster" Target="/ppt/notesMasters/notesMaster1.xml" Id="R46f6fbbd6c6943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de643e5f8a47ca" /><Relationship Type="http://schemas.openxmlformats.org/officeDocument/2006/relationships/notesMaster" Target="/ppt/notesMasters/notesMaster1.xml" Id="R6384190d4c8f45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4b3db8c48148e5" /><Relationship Type="http://schemas.openxmlformats.org/officeDocument/2006/relationships/notesMaster" Target="/ppt/notesMasters/notesMaster1.xml" Id="R53dcb749f48043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Opening slide for the Pronix AI Chatbot Development Assignment.</a:t>
            </a:r>
          </a:p>
          <a:p xmlns:a="http://schemas.openxmlformats.org/drawingml/2006/main">
            <a:r>
              <a:t>Source: User-provided Pronix assignment brief, 30 Sep 2026.</a:t>
            </a:r>
          </a:p>
          <a:p xmlns:a="http://schemas.openxmlformats.org/drawingml/2006/main">
            <a:r>
              <a:t>Visual: Project-local generated illustration, src/assets/pronix-workforce-ai.png.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evaluation email and attached assignment text.</a:t>
            </a:r>
          </a:p>
          <a:p xmlns:a="http://schemas.openxmlformats.org/drawingml/2006/main">
            <a:r>
              <a:t>Key interpretation: Chat only applies to the bot experience. Website and Telegram are chat channels; voice capability is not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Generative AI: models produce new text or other media from context and training patterns.</a:t>
            </a:r>
          </a:p>
          <a:p xmlns:a="http://schemas.openxmlformats.org/drawingml/2006/main">
            <a:r>
              <a:t>Conversational AI: systems manage natural language interactions, intents, entities, state, and responses.</a:t>
            </a:r>
          </a:p>
          <a:p xmlns:a="http://schemas.openxmlformats.org/drawingml/2006/main">
            <a:r>
              <a:t>Reference: Kore.ai XO documentation, https://docs.kore.ai/xo/home/ (accessed 30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Pronix assignment scope.</a:t>
            </a:r>
          </a:p>
          <a:p xmlns:a="http://schemas.openxmlformats.org/drawingml/2006/main">
            <a:r>
              <a:t>Actors: Website visitors and potential clients interact with the Pronix virtual assistant.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assignment, sections 6.3 and 7.</a:t>
            </a:r>
          </a:p>
          <a:p xmlns:a="http://schemas.openxmlformats.org/drawingml/2006/main">
            <a:r>
              <a:t>The runnable web prototype implements the full experience. The Kore.ai configuration is documented in docs/kore-xo-build.md.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sections 4, 6.4, 6.5, and 8.</a:t>
            </a:r>
          </a:p>
          <a:p xmlns:a="http://schemas.openxmlformats.org/drawingml/2006/main">
            <a:r>
              <a:t>Architecture diagram is an editable presentation object.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sections 6, 7, and 8.</a:t>
            </a:r>
          </a:p>
          <a:p xmlns:a="http://schemas.openxmlformats.org/drawingml/2006/main">
            <a:r>
              <a:t>Project status: a responsive web prototype is runnable locally; the Kore.ai User Registration dialog was created and configured during this assignment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 6.5.</a:t>
            </a:r>
          </a:p>
          <a:p xmlns:a="http://schemas.openxmlformats.org/drawingml/2006/main">
            <a:r>
              <a:t>Reference: Pronix public website, https://pronix.ai/; Kore.ai Search AI documentation, https://docs.kore.ai/xo/searchai/ (accessed 30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 6.6.</a:t>
            </a:r>
          </a:p>
          <a:p xmlns:a="http://schemas.openxmlformats.org/drawingml/2006/main">
            <a:r>
              <a:t>The assignment calls for 5 to 10 utterances per intent. The Kore.ai build guide contains a complete starting set for eight intents.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Telegram introduction to bots, https://core.telegram.org/bots. Telegram states that a BotFather token gives full control of the bot and must be kept secure.</a:t>
            </a:r>
          </a:p>
          <a:p xmlns:a="http://schemas.openxmlformats.org/drawingml/2006/main">
            <a:r>
              <a:t>Reference: User-provided assignment sections 6.4 and 6.5.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Summary: The deliverables include a runnable frontend, a Kore.ai build guide, and a configured User Registration dialog in the user's Kore.ai workspace.</a:t>
            </a:r>
          </a:p>
          <a:p xmlns:a="http://schemas.openxmlformats.org/drawingml/2006/main">
            <a:r>
              <a:t>Source: Current project implementation and user-provided assignment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de781217440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3dd88f372b4f53" /><Relationship Type="http://schemas.openxmlformats.org/officeDocument/2006/relationships/slideLayout" Target="/ppt/slideLayouts/slideLayout1.xml" Id="R895087949ab7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5087949ab7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7bbdc384c425b" /><Relationship Type="http://schemas.openxmlformats.org/officeDocument/2006/relationships/image" Target="/ppt/media/image.png" Id="Rd8df74b60beb4acd" /><Relationship Type="http://schemas.openxmlformats.org/officeDocument/2006/relationships/notesSlide" Target="/ppt/notesSlides/notesSlide1.xml" Id="R7eae47c7863b42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8fc5af6944b00" /><Relationship Type="http://schemas.openxmlformats.org/officeDocument/2006/relationships/notesSlide" Target="/ppt/notesSlides/notesSlide2.xml" Id="Rec3d8f8038a543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83f1863a24e1e" /><Relationship Type="http://schemas.openxmlformats.org/officeDocument/2006/relationships/notesSlide" Target="/ppt/notesSlides/notesSlide3.xml" Id="R84ed23726f2247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bab9f84a0491f" /><Relationship Type="http://schemas.openxmlformats.org/officeDocument/2006/relationships/notesSlide" Target="/ppt/notesSlides/notesSlide4.xml" Id="Red3b09280c5842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24d9054fc46ab" /><Relationship Type="http://schemas.openxmlformats.org/officeDocument/2006/relationships/notesSlide" Target="/ppt/notesSlides/notesSlide5.xml" Id="R741840cd2d2c4f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9d249bd2646e7" /><Relationship Type="http://schemas.openxmlformats.org/officeDocument/2006/relationships/notesSlide" Target="/ppt/notesSlides/notesSlide6.xml" Id="R9502559cd35b40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306578daa4973" /><Relationship Type="http://schemas.openxmlformats.org/officeDocument/2006/relationships/notesSlide" Target="/ppt/notesSlides/notesSlide7.xml" Id="R5eba58f089694f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329b6f3ae4548" /><Relationship Type="http://schemas.openxmlformats.org/officeDocument/2006/relationships/notesSlide" Target="/ppt/notesSlides/notesSlide8.xml" Id="R0de6adc493b448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78ff5b6f2497d" /><Relationship Type="http://schemas.openxmlformats.org/officeDocument/2006/relationships/notesSlide" Target="/ppt/notesSlides/notesSlide9.xml" Id="Rab86b707211948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2605cdb6344a0" /><Relationship Type="http://schemas.openxmlformats.org/officeDocument/2006/relationships/notesSlide" Target="/ppt/notesSlides/notesSlide10.xml" Id="Re589261abbf24b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c6e501e744a04" /><Relationship Type="http://schemas.openxmlformats.org/officeDocument/2006/relationships/notesSlide" Target="/ppt/notesSlides/notesSlide11.xml" Id="R7a64d5f807d348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f74b60beb4acd"/>
          <a:srcRect xmlns:a="http://schemas.openxmlformats.org/drawingml/2006/main" l="31806" t="0" r="318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0"/>
            <a:ext cx="4991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2488E-F59C-44CE-B9E4-8B0C7E5A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64464-4F19-456E-B7CE-669EB09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3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78F4B-93D2-4969-A66D-40382E28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5695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69"/>
          </a:bodyPr>
          <a:lstStyle xmlns:a="http://schemas.openxmlformats.org/drawingml/2006/main"/>
          <a:p xmlns:a="http://schemas.openxmlformats.org/drawingml/2006/main">
            <a:pPr>
              <a:defRPr sz="3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Chatbot Development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A7C6E-B17A-4665-9555-05641C2F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8E3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8E36B"/>
                </a:solidFill>
                <a:latin typeface="Arial"/>
                <a:ea typeface="Arial"/>
                <a:cs typeface="Arial"/>
              </a:rPr>
              <a:t>Conversational AI Bot for Pronix Inc.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D38C5-46C8-404A-9800-F996738F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Kore.ai XO Platform  |  Chat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4C8E0-90B2-4C45-B09E-24FC94A3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Prepared by Sandeep Arimilli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83CB8-872F-4D11-9724-AD46C7C4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FCBD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FCBD6"/>
                </a:solidFill>
                <a:latin typeface="Arial"/>
                <a:ea typeface="Arial"/>
                <a:cs typeface="Arial"/>
              </a:rPr>
              <a:t>Submission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77596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DA681-A8F2-4AD6-BAF6-AFE2305A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EVALUATION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AF325-D42D-4F8E-940D-CD3FF172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Assignment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EB90C-4C48-412C-89E6-F9E8B1E9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6C852-6AD8-4FBA-98BB-3EBBAEF7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83317-2655-4E36-94AF-C2C1EDB8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Build an AI bot for Pronix using Kore.ai, then explain the design and delivery approach.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E90D0-AEEA-489A-B1DE-F40D164D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BB384-1AE9-4DE3-A125-89B16AA9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Chat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961F0-4906-4231-93BD-613C8068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The bot serves website visitors and prospective clients through conversational interactions. Voice and IVR sit outside this assignment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8E935-9DBC-4C61-B14D-CE03ECC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Expected 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B2BD6-623D-4109-9149-B57C0D1E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C4D0A-295E-4889-8B4F-90F4E57C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41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Working bot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C5EA2-CED4-440E-B053-F0F410C6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9082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Kore.ai intents, dialog tasks, training, and channel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DCB62-8AEA-420B-ABC7-820B627C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E7CB0-9152-4A76-AEE4-7928AC36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337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and automation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D116B-26FD-4A12-AE7B-55C13328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0047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Pronix knowledge sources, REST integration, fallback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04425-7B82-4E47-A8AB-DFBFBD19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291DC-60F6-4D0D-81AC-423F6658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43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88BF1-D3D4-4659-94ED-E72BD5D1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012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Concepts, process, results, and learnings</a:t>
            </a:r>
          </a:p>
        </p:txBody>
      </p:sp>
    </p:spTree>
    <p:extLst>
      <p:ext uri="{BB962C8B-B14F-4D97-AF65-F5344CB8AC3E}">
        <p14:creationId xmlns:p14="http://schemas.microsoft.com/office/powerpoint/2010/main" val="5208984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61B3C-66C3-4C1F-A46B-A23C49E2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CORE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FE52C-69A8-43C0-BE2E-FAA2F17B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Generative AI and Conversational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D2FDB-BE17-4AF6-815A-6F0110A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64052-38A8-4023-B67D-3C70FD1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96949-D549-4DB4-9737-DDEFDEA9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29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73E3C-8B19-4463-B4FD-BF43935C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Generative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E4C7D-90B8-492A-BC3C-0326BE48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Creates new content from learned patterns. In this project it can rephrase a response or assist with an answer when the bot has reliable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07494-34D9-42E5-9F1C-A22596DB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5029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8F455-97E1-4AB1-A4FD-FE422D36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Conversational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5B709-D9C9-4938-95F3-5AC5BC83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22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7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Understands user intent, asks for entities, manages task state, and returns a clear next response across supported chat channels.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9C0D4-1904-49B6-9A99-DE533704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191EB-AC51-4092-98F3-9BD33216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721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Pronix assistant uses controlled dialog tasks for account actions and Search AI for questions that do not match a trained intent.</a:t>
            </a:r>
          </a:p>
        </p:txBody>
      </p:sp>
    </p:spTree>
    <p:extLst>
      <p:ext uri="{BB962C8B-B14F-4D97-AF65-F5344CB8AC3E}">
        <p14:creationId xmlns:p14="http://schemas.microsoft.com/office/powerpoint/2010/main" val="322714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2258C-9C34-4383-82A7-3D61F9E3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CONVERSATIONAL AI CHATBOT WITH SEARCH AND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A1913-0791-47BD-9CB3-FACA579C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Bot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36AC7-659F-472E-AF53-9C296054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7EF25-0351-4B2D-BFAE-44D0A971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BBE79-1F29-4CC5-BD34-4BF48AE6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59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 visitors and potential clients ask questions, create an account, or find the right Pronix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E3B94-79EA-40D5-96A7-B7292F6A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Visitor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5146C-9AC5-4647-95E1-A160DF7E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Pronix Virtual 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A204B-5149-49B1-94D8-938F3E64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Useful 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06777-3CE4-401C-AE94-C9F65CF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813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7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072D-629B-4C21-81A3-F3975C00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7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5BA6B-2432-4B0A-B777-9B8F5812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27431-671C-4EA7-89D0-6AA23A2D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8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Ask about a service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insights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Log in or register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618F7-57B0-4D9B-BAE4-9EAD24A5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3943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801CD-BFC0-4E54-A844-07D7E1C3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2743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Intent recognition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 collection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fallback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Sentiment-aware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8776E-89E9-447C-9E14-B7F21B2E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F7BF4-9851-4855-963D-0B5B6721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2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Relevant answer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Account update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 or support route</a:t>
            </a:r>
          </a:p>
        </p:txBody>
      </p:sp>
    </p:spTree>
    <p:extLst>
      <p:ext uri="{BB962C8B-B14F-4D97-AF65-F5344CB8AC3E}">
        <p14:creationId xmlns:p14="http://schemas.microsoft.com/office/powerpoint/2010/main" val="1596032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3284AE-B3D7-4688-B780-4F49642A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REGISTRATION AND LOGIN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B9015-37CB-4AF1-AF9F-A56CE014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Authentication Dialogs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E18EB-6F74-44B8-BF1D-1E347246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24811-48F3-43B8-8030-28CF9F97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7AE88-3DD0-4C89-B000-20AB06C4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D2245-6BE4-49CB-BB39-5BFF2D73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B17E5-2A69-4BBF-8DD6-88AFA4B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80B3F-7B55-43CF-9E06-FAA6E07B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42421-CDF8-45B7-A122-7DD8A7C3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Greet and offer Login or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A0280-A29F-411B-B9A1-7DE9597A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86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5B996-D774-40E5-BFD1-4C045690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F8A7B-1CBC-44F6-9A12-BCAE18B3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69E9A-2E67-44A5-B410-E3A91D39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8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 username, email, phone, and password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D3DE0-A724-423D-9A8E-A8F117D3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67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1CD81-131D-4962-A900-3D5A9A4A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A183F-77E5-48F8-9534-EEBF77FC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EFB45-86E5-4714-8948-2099D69A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Validate entities and POST to MockAPI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7624F-A985-4984-94ED-1BEA897B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48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24D35-0D0D-49B5-AD35-58C3FE82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13875-AA7E-4E20-95DF-89097D7E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3D00F-8684-4C83-90B9-CC1CFE5A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97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Confirm success, then offer account 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DCF61-CEDB-49E8-93B0-9E5A16A2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304CE-B219-42D3-8C20-D2BFCBA9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71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AEBFD-6443-49FC-9A61-9F5D8080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 the registered email with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95C0E-401D-4BA0-89A2-21C43A75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86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DA7F58-77C0-4709-B7BD-A88963D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9CE6F-1D51-4CBF-A943-04CFF7FF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8B6C8-72EF-4727-B9BC-FDD3CF12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GET and match the MockAPI user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BCF181-A232-438B-B6E3-E8E5F8FF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67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13D685-5D33-42F4-B152-67A3774B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4678E5-9C9F-4D01-BEFB-335742A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33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48F752-CA73-43A9-BC22-DED2DC35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29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Greet the known user and show account options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506DD7-5911-4E3E-A70B-4CE4CFFB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48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F1AF09-9353-4411-8E8C-BA028BB9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67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14A80D-30C5-4A84-B1B0-84BE23B8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A3D9ED-1728-4A56-9DD0-006BF263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Route unknown users to Register Now, Retry, or Cancel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BF739E-33CA-4176-AA90-7D1711C3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22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FDE2AB-77A9-40D7-89CD-0017B68B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984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Both paths return the assignment error message when the REST service fails: Something went wrong. Please try again later.</a:t>
            </a:r>
          </a:p>
        </p:txBody>
      </p:sp>
    </p:spTree>
    <p:extLst>
      <p:ext uri="{BB962C8B-B14F-4D97-AF65-F5344CB8AC3E}">
        <p14:creationId xmlns:p14="http://schemas.microsoft.com/office/powerpoint/2010/main" val="1688505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17F1E-B957-4456-B585-CF421D4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CHAT CHANNELS, AUTOMATION, KNOWLEDGE, AND 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FA94E-8D88-42CB-98B2-C1F89E3E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Kore.ai 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8C32E-E022-4153-B72C-16ED6F0E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480F3-EF2C-4CFB-BC0A-C350F28C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7BC16-FDF3-43E0-928C-9D68FD8E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Channel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86370-4B12-4858-A708-2B931BE7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Kore.ai XO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788AB-EF40-4213-8D6E-ABDAD30E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00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Knowledge and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05DED-5472-47B4-9972-D5D42A48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495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04422-0171-432B-8C1F-6DA2C95F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</a:t>
            </a:r>
          </a:p>
          <a:p xmlns:a="http://schemas.openxmlformats.org/drawingml/2006/main">
            <a:pPr>
              <a:defRPr sz="18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7A2D2-0F8C-4F8E-9B1E-64D33177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8A1D4-F8DE-49C3-810F-7229229A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NLU intents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Dialog tasks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Entities and validation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Sentiment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EF156-FF23-4005-8900-A3F8BA6E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2552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01567-4E2D-498E-BE35-FF1D0FD0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16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</a:t>
            </a:r>
          </a:p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website</a:t>
            </a:r>
          </a:p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MockAPI REST 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53BCC-36D1-4F53-8145-F4347F70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A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39E15-63EB-4D71-B73A-E0497204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76F04-A31B-4018-BB0A-3B6366EC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801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8AA77-520A-4DB3-9C51-1A883107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1013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Monitoring records intent, question, confidence, fallback behavior, REST status, and handoff outcome for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3457206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DB3BB9-D6DA-4AD8-A3AF-588721E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FROM REQUIREMENTS TO CONTINUOUS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FEE65-293F-4AF6-9E25-8A55E794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Bot Development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8D903-5CC2-41B2-957E-9F9ABB3F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35E93-2A6F-49A9-9E1A-6258BE8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9D732-1E45-463B-B183-46B99BD1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00684-27CC-4D6A-9416-DC629BE7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47C28-BA45-43B5-805C-548F875F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9B267-2569-44BC-8589-4158B519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Define intents, entities, dialog flows, and error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D7076-4BC4-419B-992C-1CF410F8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1F4D0-B084-41BF-B09B-595176F2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10A3D-486D-4522-8ADB-60E580CD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9C411-A603-4E29-9036-DD7C163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84DD6-E378-45EA-83A1-EA04D0F9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Create dialogs, REST nodes, and Search AI knowledge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32FD1-73F7-4D00-80A0-D4980A1F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395C9-087E-4686-A16C-6709433C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C4053-35EE-48ED-B13F-33EA07B4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27778-C801-4327-8C2D-D466D20F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8AC10-32F8-480A-AFF7-C10AF70B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Add 5 to 10 utterances per intent and check 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35883-95B9-4651-9452-A6656458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7C2D5-73E7-47C8-9E35-960054A6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5A870-4323-48AD-B762-EF9C9DC2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34826-2708-4D84-9D8A-D1B6082D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49853-2DA2-4F80-87D7-F07B6868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Run happy paths, validation errors, fallback, and API failure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9E9EE-5452-44A5-83EE-38E14198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BC617D-9885-40AA-8B4E-E492A73C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27673-28E2-41C9-9452-DD2A8083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13F9C-D2AD-45B8-B8E9-0FA97713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B59FF-D17A-4077-B9AA-CDE669A3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Publish chat channels and review production 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95FF4-41EF-4B7B-AB43-155A0FA5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A2CBE-1660-48F6-AE85-7547522F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006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03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 created: User Registration intent, training utterances, greeting, username collection, email collection, email validation, and confirmation handling in Kore.ai.</a:t>
            </a:r>
          </a:p>
        </p:txBody>
      </p:sp>
    </p:spTree>
    <p:extLst>
      <p:ext uri="{BB962C8B-B14F-4D97-AF65-F5344CB8AC3E}">
        <p14:creationId xmlns:p14="http://schemas.microsoft.com/office/powerpoint/2010/main" val="2078539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24738-C11A-4485-887A-D1375357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ANSWER DISCOVERY WHEN NO TRAINED INTENT MATCHES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B07F1-4EDC-48A4-BD0D-B7C9F6E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 and Knowledge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46630-DECA-45F5-BA5B-461C474F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66D68-A1EB-4D10-B0AE-D44B829C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E4009-BA41-4073-B029-6F5C3B49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C3F03-17C6-45C8-9627-56984B6F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36E38-5376-461B-BB2B-FF5F0B90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services, case studies, blogs, About pages, and approved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5F707-4BB6-4757-BB49-0D1A6F3B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8DB7E-3C2E-4AD7-9BA8-CD4CF599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3478B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478B7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9130D-9599-49DB-99F3-C2425E86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Keyword ranker plus semantic ranker to retrieve relevant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AE299-4FE2-461B-B66D-27F1AC14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D7EC7-641A-4785-AD02-FB9C3D5D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88B0F-8EDC-44AE-9D5E-5C4E624A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service_type, category, and blog_tag keep results focused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55389-60B4-4DC8-A747-A8DAE8CD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F95DA-7D93-4FFF-B580-CD1DAC31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758B5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58B5E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3073D-A019-4B91-9D3F-9734A7F0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Show related options, the Pronix website, and support contact when no answer exists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4747C-7F72-40CA-9B62-09C6FFE0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92CCC-9778-48A6-89A3-C5819B7C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6257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Crawler starting URL: https://pronix.ai/  |  Assignment URL http://www.pronixinc.com redirects to the current Pronix site.</a:t>
            </a:r>
          </a:p>
        </p:txBody>
      </p:sp>
    </p:spTree>
    <p:extLst>
      <p:ext uri="{BB962C8B-B14F-4D97-AF65-F5344CB8AC3E}">
        <p14:creationId xmlns:p14="http://schemas.microsoft.com/office/powerpoint/2010/main" val="882612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54FE7-4050-488F-87C5-7C03782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REPRESENTATIVE INTENT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AC351-5487-4EF6-946C-B573CF7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NLP Training and Test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4CF73-A075-481F-B76F-E815E913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325A0-FA87-480C-B83D-504176E4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4629150"/>
                <a:gridCol w="4076700"/>
              </a:tblGrid>
              <a:tr h="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Intent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 utterances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outcome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UserRegistration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register; sign up; create an account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Collect profile entities and create user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UserLogin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login; sign in; access my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Validate email and retrieve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PronixServices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what services do you offer; contact center AI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Respond with relevant service information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CaseStudySearch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show a case study; Kore.ai example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Search case-study content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ContactSupport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contact Pronix; talk to a person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Offer support route or handoff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3C1B9-8407-435A-8E4D-49597231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Test each intent with phrasing not used in training. Add missed phrases only after reviewing the result and expected path.</a:t>
            </a:r>
          </a:p>
        </p:txBody>
      </p:sp>
    </p:spTree>
    <p:extLst>
      <p:ext uri="{BB962C8B-B14F-4D97-AF65-F5344CB8AC3E}">
        <p14:creationId xmlns:p14="http://schemas.microsoft.com/office/powerpoint/2010/main" val="1010371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CE746-45D3-4F74-A5F2-CEFC5382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PRACTICAL DEPLOYMENT PLAN FOR A CHAT 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8629D-C73A-4AAD-B328-92AF062C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Deployment, Channels, and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ADB13-238C-4A8D-ADCB-020341A3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96706-BD09-4E3E-AFE1-CD1EFDA9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76659-1101-445B-825D-1A3063A7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B2B0C-1369-4398-97C7-B74B6E1D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64BAA-8904-44EF-AD8B-F5370C50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Embed the Kore Web SDK on the Pronix site. Test the same dialog tasks used during browser development.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37E9A-4282-4AD2-8BCF-95C01080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4C1A0-B7B9-4FE9-8345-D35CB4D8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D4200-0F27-4B70-81E2-9C2F7ADD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Create the bot with @BotFather, place the token only in Kore.ai, enable the channel, publish, then test after the user starts the chat.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16E66-0EC0-4F30-A855-79719829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C024C-612A-4F6B-BBC3-D9260CDF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3478B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478B7"/>
                </a:solidFill>
                <a:latin typeface="Arial"/>
                <a:ea typeface="Arial"/>
                <a:cs typeface="Arial"/>
              </a:rPr>
              <a:t>MockAPI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090A5-F0B5-4DBF-9352-0745741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 the resource URL as an environment or configuration variable. Support GET, POST, PUT, and DELETE for the prototype.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80597-0549-400D-90DF-68211B4C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112CC-7C86-4B3F-8FB6-182EBE17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435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requirement: Do not store Telegram tokens, channel credentials, or real passwords in source code, screenshots, Git, or the presentation. Replace MockAPI with a secured backend before production.</a:t>
            </a:r>
          </a:p>
        </p:txBody>
      </p:sp>
    </p:spTree>
    <p:extLst>
      <p:ext uri="{BB962C8B-B14F-4D97-AF65-F5344CB8AC3E}">
        <p14:creationId xmlns:p14="http://schemas.microsoft.com/office/powerpoint/2010/main" val="1952859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0885A-FDB7-4EF2-814B-8D7B5FC1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9B666-4046-405A-BE22-38E8CE27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39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C8E36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8E36B"/>
                </a:solidFill>
                <a:latin typeface="Arial"/>
                <a:ea typeface="Arial"/>
                <a:cs typeface="Arial"/>
              </a:rPr>
              <a:t>The assignment connects a user-facing chat experience with structured automation, enterprise knowledge search, and a clear delivery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1A172-86F7-4F8A-BA36-9285E464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19F30-8E38-4418-B114-B5CA1742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CD2C7-04D8-4BB0-8A59-9C3457DB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The runnable prototype covers registration, login, account changes, Search AI-style fallback, sentiment labels, monitoring events, and REST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0201B-A58A-459D-BB5C-53C12EFC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83007-7F07-4822-A402-E2818192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 learned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13301-1FB1-417C-8B24-245D2816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7192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Reliable bots use NLP for intent recognition, entities for validated inputs, and explicit failure messages when a service cannot complete a request.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0C74E-951A-4DFF-B583-728BA6D0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3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E5146-3E76-4A7C-8DF9-0FB8BA39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remains owner-specific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B8D03-C3F0-4A7A-8010-88F95FAC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MockAPI resource URLs, Telegram bot tokens, Meta verification, and final channel publishing must use the project owner's accounts.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C8C9F-C174-4394-A1FD-AC9DA7D8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5710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2026-09-30T14:08:33.3830000Z</dcterms:created>
  <dcterms:modified xsi:type="dcterms:W3CDTF">2026-09-30T14:08:33.3830000Z</dcterms:modified>
</coreProperties>
</file>
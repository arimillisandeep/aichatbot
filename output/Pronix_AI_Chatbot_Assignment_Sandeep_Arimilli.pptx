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bcbc90193d44d5" /><Relationship Type="http://schemas.openxmlformats.org/officeDocument/2006/relationships/extended-properties" Target="/docProps/app.xml" Id="R7db793aacc224986" /><Relationship Type="http://schemas.openxmlformats.org/officeDocument/2006/relationships/officeDocument" Target="/ppt/presentation.xml" Id="Rc6249c68f3c046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ebef902356463a"/>
  </p:sldMasterIdLst>
  <p:notesMasterIdLst>
    <p:notesMasterId xmlns:r="http://schemas.openxmlformats.org/officeDocument/2006/relationships" r:id="R29338c5f4d4d4efd"/>
  </p:notesMasterIdLst>
  <p:sldIdLst>
    <p:sldId xmlns:r="http://schemas.openxmlformats.org/officeDocument/2006/relationships" id="256" r:id="R7b3ff6143eac4a01"/>
    <p:sldId xmlns:r="http://schemas.openxmlformats.org/officeDocument/2006/relationships" id="257" r:id="R0ee1675a5c6741ca"/>
    <p:sldId xmlns:r="http://schemas.openxmlformats.org/officeDocument/2006/relationships" id="258" r:id="Rcda09764511540a1"/>
    <p:sldId xmlns:r="http://schemas.openxmlformats.org/officeDocument/2006/relationships" id="259" r:id="Rc436f2bc757e4683"/>
    <p:sldId xmlns:r="http://schemas.openxmlformats.org/officeDocument/2006/relationships" id="260" r:id="R3b27fd65fc824b6d"/>
    <p:sldId xmlns:r="http://schemas.openxmlformats.org/officeDocument/2006/relationships" id="261" r:id="R7138c67bed2449b6"/>
    <p:sldId xmlns:r="http://schemas.openxmlformats.org/officeDocument/2006/relationships" id="262" r:id="Rf4a7a49c0da345f3"/>
    <p:sldId xmlns:r="http://schemas.openxmlformats.org/officeDocument/2006/relationships" id="263" r:id="R7b56b33397e04f8d"/>
    <p:sldId xmlns:r="http://schemas.openxmlformats.org/officeDocument/2006/relationships" id="264" r:id="Rceee1b8ce3d64026"/>
    <p:sldId xmlns:r="http://schemas.openxmlformats.org/officeDocument/2006/relationships" id="265" r:id="Rda4f10443b884df1"/>
    <p:sldId xmlns:r="http://schemas.openxmlformats.org/officeDocument/2006/relationships" id="266" r:id="R725bd8c70fd048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7174000c9240e9" /><Relationship Type="http://schemas.openxmlformats.org/officeDocument/2006/relationships/slideMaster" Target="/ppt/slideMasters/slideMaster1.xml" Id="R50ebef902356463a" /><Relationship Type="http://schemas.openxmlformats.org/officeDocument/2006/relationships/notesMaster" Target="/ppt/notesMasters/notesMaster1.xml" Id="R29338c5f4d4d4efd" /><Relationship Type="http://schemas.openxmlformats.org/officeDocument/2006/relationships/presProps" Target="/ppt/presProps.xml" Id="R541d3630765444ef" /><Relationship Type="http://schemas.openxmlformats.org/officeDocument/2006/relationships/tableStyles" Target="/ppt/tableStyles.xml" Id="R5455d99f0ef9451a" /><Relationship Type="http://schemas.openxmlformats.org/officeDocument/2006/relationships/slide" Target="/ppt/slides/slide1.xml" Id="R7b3ff6143eac4a01" /><Relationship Type="http://schemas.openxmlformats.org/officeDocument/2006/relationships/slide" Target="/ppt/slides/slide2.xml" Id="R0ee1675a5c6741ca" /><Relationship Type="http://schemas.openxmlformats.org/officeDocument/2006/relationships/slide" Target="/ppt/slides/slide3.xml" Id="Rcda09764511540a1" /><Relationship Type="http://schemas.openxmlformats.org/officeDocument/2006/relationships/slide" Target="/ppt/slides/slide4.xml" Id="Rc436f2bc757e4683" /><Relationship Type="http://schemas.openxmlformats.org/officeDocument/2006/relationships/slide" Target="/ppt/slides/slide5.xml" Id="R3b27fd65fc824b6d" /><Relationship Type="http://schemas.openxmlformats.org/officeDocument/2006/relationships/slide" Target="/ppt/slides/slide6.xml" Id="R7138c67bed2449b6" /><Relationship Type="http://schemas.openxmlformats.org/officeDocument/2006/relationships/slide" Target="/ppt/slides/slide7.xml" Id="Rf4a7a49c0da345f3" /><Relationship Type="http://schemas.openxmlformats.org/officeDocument/2006/relationships/slide" Target="/ppt/slides/slide8.xml" Id="R7b56b33397e04f8d" /><Relationship Type="http://schemas.openxmlformats.org/officeDocument/2006/relationships/slide" Target="/ppt/slides/slide9.xml" Id="Rceee1b8ce3d64026" /><Relationship Type="http://schemas.openxmlformats.org/officeDocument/2006/relationships/slide" Target="/ppt/slides/slide10.xml" Id="Rda4f10443b884df1" /><Relationship Type="http://schemas.openxmlformats.org/officeDocument/2006/relationships/slide" Target="/ppt/slides/slide11.xml" Id="R725bd8c70fd048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e1c36bc16642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af21878bf74b4d" /><Relationship Type="http://schemas.openxmlformats.org/officeDocument/2006/relationships/notesMaster" Target="/ppt/notesMasters/notesMaster1.xml" Id="R4162db518e8b40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2fd7856b4440cc" /><Relationship Type="http://schemas.openxmlformats.org/officeDocument/2006/relationships/notesMaster" Target="/ppt/notesMasters/notesMaster1.xml" Id="Rcf6d2f3502da41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42cafe0a0540cc" /><Relationship Type="http://schemas.openxmlformats.org/officeDocument/2006/relationships/notesMaster" Target="/ppt/notesMasters/notesMaster1.xml" Id="R03ec8093915342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329e2d6e9f4e93" /><Relationship Type="http://schemas.openxmlformats.org/officeDocument/2006/relationships/notesMaster" Target="/ppt/notesMasters/notesMaster1.xml" Id="Rb79f1d17a04f40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1ce58e1ec44414" /><Relationship Type="http://schemas.openxmlformats.org/officeDocument/2006/relationships/notesMaster" Target="/ppt/notesMasters/notesMaster1.xml" Id="Rea32618a52e540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071bd78e4f4231" /><Relationship Type="http://schemas.openxmlformats.org/officeDocument/2006/relationships/notesMaster" Target="/ppt/notesMasters/notesMaster1.xml" Id="R2b56c868513946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d06c3e4fe0439c" /><Relationship Type="http://schemas.openxmlformats.org/officeDocument/2006/relationships/notesMaster" Target="/ppt/notesMasters/notesMaster1.xml" Id="R469ce10d022e43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8cc5fa05394e8e" /><Relationship Type="http://schemas.openxmlformats.org/officeDocument/2006/relationships/notesMaster" Target="/ppt/notesMasters/notesMaster1.xml" Id="R88fa96b4050845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be78f6276740f5" /><Relationship Type="http://schemas.openxmlformats.org/officeDocument/2006/relationships/notesMaster" Target="/ppt/notesMasters/notesMaster1.xml" Id="R46ea3f79b62a48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19bb9f9f4c4550" /><Relationship Type="http://schemas.openxmlformats.org/officeDocument/2006/relationships/notesMaster" Target="/ppt/notesMasters/notesMaster1.xml" Id="R6469f33cc20641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20c0bc88514f5f" /><Relationship Type="http://schemas.openxmlformats.org/officeDocument/2006/relationships/notesMaster" Target="/ppt/notesMasters/notesMaster1.xml" Id="R56122346129b4c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Opening slide for the Pronix AI Chatbot Development Assignment.</a:t>
            </a:r>
          </a:p>
          <a:p xmlns:a="http://schemas.openxmlformats.org/drawingml/2006/main">
            <a:r>
              <a:t>Source: User-provided Pronix assignment brief, 30 Sep 2026.</a:t>
            </a:r>
          </a:p>
          <a:p xmlns:a="http://schemas.openxmlformats.org/drawingml/2006/main">
            <a:r>
              <a:t>Visual: Project-local generated illustration, src/assets/pronix-workforce-ai.png.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evaluation email and attached assignment text.</a:t>
            </a:r>
          </a:p>
          <a:p xmlns:a="http://schemas.openxmlformats.org/drawingml/2006/main">
            <a:r>
              <a:t>Key interpretation: Chat only applies to the bot experience. Website and Telegram are chat channels; voice capability is not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Generative AI: models produce new text or other media from context and training patterns.</a:t>
            </a:r>
          </a:p>
          <a:p xmlns:a="http://schemas.openxmlformats.org/drawingml/2006/main">
            <a:r>
              <a:t>Conversational AI: systems manage natural language interactions, intents, entities, state, and responses.</a:t>
            </a:r>
          </a:p>
          <a:p xmlns:a="http://schemas.openxmlformats.org/drawingml/2006/main">
            <a:r>
              <a:t>Reference: Kore.ai XO documentation, https://docs.kore.ai/xo/home/ (accessed 30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Pronix assignment scope.</a:t>
            </a:r>
          </a:p>
          <a:p xmlns:a="http://schemas.openxmlformats.org/drawingml/2006/main">
            <a:r>
              <a:t>Actors: Website visitors and potential clients interact with the Pronix virtual assistant.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assignment, sections 6.3 and 7.</a:t>
            </a:r>
          </a:p>
          <a:p xmlns:a="http://schemas.openxmlformats.org/drawingml/2006/main">
            <a:r>
              <a:t>The runnable web prototype implements the full experience. The Kore.ai configuration is documented in docs/kore-xo-build.md.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sections 4, 6.4, 6.5, and 8.</a:t>
            </a:r>
          </a:p>
          <a:p xmlns:a="http://schemas.openxmlformats.org/drawingml/2006/main">
            <a:r>
              <a:t>Architecture diagram is an editable presentation object.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sections 6, 7, and 8.</a:t>
            </a:r>
          </a:p>
          <a:p xmlns:a="http://schemas.openxmlformats.org/drawingml/2006/main">
            <a:r>
              <a:t>Project status: a responsive web prototype is runnable locally; the Kore.ai User Registration dialog was created and configured during this assignment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 6.5.</a:t>
            </a:r>
          </a:p>
          <a:p xmlns:a="http://schemas.openxmlformats.org/drawingml/2006/main">
            <a:r>
              <a:t>Reference: Pronix public website, https://pronix.ai/; Kore.ai Search AI documentation, https://docs.kore.ai/xo/searchai/ (accessed 30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 6.6.</a:t>
            </a:r>
          </a:p>
          <a:p xmlns:a="http://schemas.openxmlformats.org/drawingml/2006/main">
            <a:r>
              <a:t>The assignment calls for 5 to 10 utterances per intent. The Kore.ai build guide contains a complete starting set for eight intents.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Telegram introduction to bots, https://core.telegram.org/bots. Telegram states that a BotFather token gives full control of the bot and must be kept secure.</a:t>
            </a:r>
          </a:p>
          <a:p xmlns:a="http://schemas.openxmlformats.org/drawingml/2006/main">
            <a:r>
              <a:t>Reference: User-provided assignment sections 6.4 and 6.5.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Summary: The deliverables include a runnable frontend, a Kore.ai build guide, and a configured User Registration dialog in the user's Kore.ai workspace.</a:t>
            </a:r>
          </a:p>
          <a:p xmlns:a="http://schemas.openxmlformats.org/drawingml/2006/main">
            <a:r>
              <a:t>Source: Current project implementation and user-provided assignment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8ad8ed4f645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828e1d87c94380" /><Relationship Type="http://schemas.openxmlformats.org/officeDocument/2006/relationships/slideLayout" Target="/ppt/slideLayouts/slideLayout1.xml" Id="R4ebb03e83e0745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bb03e83e0745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5b8e8cd544108" /><Relationship Type="http://schemas.openxmlformats.org/officeDocument/2006/relationships/image" Target="/ppt/media/image.png" Id="R3e968d19929b4933" /><Relationship Type="http://schemas.openxmlformats.org/officeDocument/2006/relationships/notesSlide" Target="/ppt/notesSlides/notesSlide1.xml" Id="R0c841037caf74b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f2275c7324f05" /><Relationship Type="http://schemas.openxmlformats.org/officeDocument/2006/relationships/notesSlide" Target="/ppt/notesSlides/notesSlide2.xml" Id="R0e48c4a47c2d4b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9dbc69e99409a" /><Relationship Type="http://schemas.openxmlformats.org/officeDocument/2006/relationships/notesSlide" Target="/ppt/notesSlides/notesSlide3.xml" Id="Rb2c2f659a28848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65d6485b247ee" /><Relationship Type="http://schemas.openxmlformats.org/officeDocument/2006/relationships/notesSlide" Target="/ppt/notesSlides/notesSlide4.xml" Id="Rab64b8a511414d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d977605014d8b" /><Relationship Type="http://schemas.openxmlformats.org/officeDocument/2006/relationships/notesSlide" Target="/ppt/notesSlides/notesSlide5.xml" Id="R662fc3dd4ab742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adcbf89cd4b63" /><Relationship Type="http://schemas.openxmlformats.org/officeDocument/2006/relationships/notesSlide" Target="/ppt/notesSlides/notesSlide6.xml" Id="R9c4d74ecd4b24c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f579adc5e4b3a" /><Relationship Type="http://schemas.openxmlformats.org/officeDocument/2006/relationships/notesSlide" Target="/ppt/notesSlides/notesSlide7.xml" Id="R3e08b4af96a14f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52d2dd5374ea4" /><Relationship Type="http://schemas.openxmlformats.org/officeDocument/2006/relationships/notesSlide" Target="/ppt/notesSlides/notesSlide8.xml" Id="R3412cf9eb72e4d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3f6d390b441ab" /><Relationship Type="http://schemas.openxmlformats.org/officeDocument/2006/relationships/notesSlide" Target="/ppt/notesSlides/notesSlide9.xml" Id="Re9892410a64a4e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eed693f1d4e56" /><Relationship Type="http://schemas.openxmlformats.org/officeDocument/2006/relationships/notesSlide" Target="/ppt/notesSlides/notesSlide10.xml" Id="R163fbfdad4b341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971f5975145e9" /><Relationship Type="http://schemas.openxmlformats.org/officeDocument/2006/relationships/notesSlide" Target="/ppt/notesSlides/notesSlide11.xml" Id="Rcc35aef45e9c43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68d19929b4933"/>
          <a:srcRect xmlns:a="http://schemas.openxmlformats.org/drawingml/2006/main" l="31806" t="0" r="318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0"/>
            <a:ext cx="4991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1E4C5-1A4C-4AB8-BDD0-A10BBB8E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CF8A1-0F45-48F3-9606-486D3A6C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3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96C3C-8368-4CE2-8096-0D58356B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5695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69"/>
          </a:bodyPr>
          <a:lstStyle xmlns:a="http://schemas.openxmlformats.org/drawingml/2006/main"/>
          <a:p xmlns:a="http://schemas.openxmlformats.org/drawingml/2006/main">
            <a:pPr>
              <a:defRPr sz="3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Chatbot Development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97F82-EDC3-41BB-B3A0-D4167999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8E3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8E36B"/>
                </a:solidFill>
                <a:latin typeface="Arial"/>
                <a:ea typeface="Arial"/>
                <a:cs typeface="Arial"/>
              </a:rPr>
              <a:t>Conversational AI Bot for Pronix Inc.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466B3-83D0-4C34-8BEC-323AB10B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Kore.ai XO Platform  |  Chat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56B61-11C6-4D2E-93A3-BB5ABFD7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Prepared by Sandeep Arimilli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9ED84-594C-4A0B-8731-9236558B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FCBD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FCBD6"/>
                </a:solidFill>
                <a:latin typeface="Arial"/>
                <a:ea typeface="Arial"/>
                <a:cs typeface="Arial"/>
              </a:rPr>
              <a:t>Submission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11295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29207-16A4-42EB-88D8-7948E1DC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EVALUATION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F0EAF-A6E5-410F-81BF-7F5855C4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Assignment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C1868-00CF-4363-8D5D-7FAAB46E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D3221-5111-4AA1-AEBE-F32AACBA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75887-C3D7-4E78-822C-1576F901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05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Build an AI bot for Pronix using Kore.ai, then explain the design and delivery approach.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275C6-DDD9-4E1D-A1D6-9ADE2285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4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60B9C-CBEA-48DC-B91E-7E7FEDBB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Chat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E6F78-D187-4ACB-8EE7-7DF9DBEA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The bot serves website visitors and prospective clients through conversational interactions. Voice and IVR sit outside this assignment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40FF8-1A72-4A3C-BC80-D3AF3B78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Expected 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5970D-6B0D-412C-A955-EB7CAD91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57450"/>
            <a:ext cx="510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AD134-F552-49D0-B658-3B26385A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03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Working bot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D8DCB-7EDD-4F8A-89E2-6CD4D3F0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67025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Kore.ai intents, dialog tasks, training, and channel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10BF4-CA06-4FBC-B5D4-9BA9B722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67100"/>
            <a:ext cx="510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72418-8A18-43D8-A81F-3B3CCF8B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99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and automation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80B52-7D87-46F7-9512-DC5270D2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76675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Pronix knowledge sources, REST integration, fallback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96958-2564-4BCA-A1DC-A626975C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10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7E88D-6B09-4ACA-A9AC-0FB8E849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96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139DC-F1B4-4489-A4E2-3D75EA4E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86325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Concepts, process, results, and learnings</a:t>
            </a:r>
          </a:p>
        </p:txBody>
      </p:sp>
    </p:spTree>
    <p:extLst>
      <p:ext uri="{BB962C8B-B14F-4D97-AF65-F5344CB8AC3E}">
        <p14:creationId xmlns:p14="http://schemas.microsoft.com/office/powerpoint/2010/main" val="750337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6EEA2-F298-4587-9821-449701BE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CORE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F9CA2-562F-4AD2-B92B-EBF88C5F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Generative AI and Conversational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9A8F2-0E97-4BD9-8929-45ADF97D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FC132-00BF-4EBA-8B1F-A52AC283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26D7B-56B7-4E8A-BD07-031DAA3A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29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2C7DC-D02B-4304-A624-A3E95F96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Generative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54324-7E76-421B-99B9-0B3A251A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Creates new content from learned patterns. In this project it can rephrase a response or assist with an answer when the bot has reliable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A2E6A-54BA-4F5D-B587-4804E58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5029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B2328-5177-442B-85B7-503FDC38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Conversational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03F4F-B0FB-403B-9033-8221E929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22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7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Understands user intent, asks for entities, manages task state, and returns a clear next response across supported chat channels.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5F142-452C-4AA7-9652-8419FEDF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1388B-EA91-46F2-BBA9-C5EC5500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721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Pronix assistant uses controlled dialog tasks for account actions and Search AI for questions that do not match a trained intent.</a:t>
            </a:r>
          </a:p>
        </p:txBody>
      </p:sp>
    </p:spTree>
    <p:extLst>
      <p:ext uri="{BB962C8B-B14F-4D97-AF65-F5344CB8AC3E}">
        <p14:creationId xmlns:p14="http://schemas.microsoft.com/office/powerpoint/2010/main" val="581600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B0E99-78DF-4E6B-A06B-992CF81A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CONVERSATIONAL AI CHATBOT WITH SEARCH AND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2F425-DD4F-475D-B33D-9743965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Bot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66BA3-98D2-4DE5-986D-B03AD8B3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4C3C4-6EDD-4C6E-A3F5-3F34FD59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4FBE5-A9BC-4BDE-B13C-671757AD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59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 visitors and potential clients ask questions, create an account, or find the right Pronix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E2EC6-A8AB-4B66-8461-F2FFE19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Visitor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E5F9A-62F5-487C-87A6-9458ED64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Pronix Virtual 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4040C-CE4E-4B5F-B89E-19931790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Useful 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D7B7F-3378-431A-885F-552B497E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813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7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43753-DC9B-4258-9623-6BF85F98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7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4CA89-605B-4C26-ABF6-9666904F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10DEE-633E-4F16-8595-82DEAFBB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8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Ask about a service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insights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Log in or register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B6849-0FEA-41A7-B7BB-44D908AB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3943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FDB1E-FBFE-4143-A356-C26BB30B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2743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Intent recognition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 collection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fallback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Sentiment-aware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B992D-3005-45AC-A94B-16421A60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633EC-8872-490C-A47D-D9A78F9D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2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Relevant answer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Account update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 or support route</a:t>
            </a:r>
          </a:p>
        </p:txBody>
      </p:sp>
    </p:spTree>
    <p:extLst>
      <p:ext uri="{BB962C8B-B14F-4D97-AF65-F5344CB8AC3E}">
        <p14:creationId xmlns:p14="http://schemas.microsoft.com/office/powerpoint/2010/main" val="1493683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D6A6AD-4B35-4AE3-9EAB-BD73A46A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REGISTRATION AND LOGIN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4CCB7-C9E5-43D2-B307-583AAE9D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Authentication Dialogs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BA859-E45B-494B-AFCF-9327EFEF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59514-CFB7-4466-87FC-8DB61E9C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27A2B-EFAB-4246-9E30-D0835619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DB557-02B5-4632-9F39-6538E810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112D5-7F97-49EA-9501-C7E2C1B9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FEB01-26BB-4168-A620-878116DA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030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B3B6E-195C-4A3A-A2EB-C4209EBE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Greet and offer Login or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7CF34-8B51-42C5-8C16-5B9A4E6D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86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29FEA-3D61-420A-B5FD-DBCD0F8D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C1515-8BFC-4BB2-AE1D-7E5C7BDF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8135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131F0-CA0C-496F-A173-DB591B52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8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 username, email, phone, and password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9CBAF-AA25-4D81-A91E-E7C14A57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67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41659-0C4C-4A35-A1A7-78CFCE2D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31359-0425-4111-BDED-5EFE70C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6240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6F6D-16CE-4440-A696-85EAE21A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Validate entities and POST to MockAPI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02DE0-8167-497A-ABBB-3DCB60D7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48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D11FB-1314-47A5-BA75-8CD4A981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AB65B-A617-4068-BBBC-5363FDB9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4345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6427E-5492-45ED-82D9-74F58393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97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Confirm success, then offer account 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9503E-2538-4D3C-A64B-CD5216BC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6C287-98B2-482F-875E-224525C2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0030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A8766-6BB8-4695-ABEA-B217BDFB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 the registered email with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76759-C933-45F0-94C6-0F0A5E07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86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69F5E-89FB-4B55-A243-42D67324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C1ADF9-4AD1-4AB4-A145-33A1886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8135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0E01B9-4D01-4454-90BD-54A07DDE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GET and match the MockAPI user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CDA85-7AB2-4042-BBB0-38232D56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67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8CD53-EF0F-4C60-8980-36F0A0CD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4087F3-CA8F-4CAE-ACDE-692D711D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6240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860E68-6D25-4764-9C9A-76A61E0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29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Greet the known user and show account options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F907BE-F425-4EDF-B6F3-2D478516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48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02CAD1-2A82-4CD7-8B1F-797F17DD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67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B55998-91E9-48BD-AEF1-607B79EA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43450"/>
            <a:ext cx="142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49BB18-A279-46FA-BEAB-39861493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Route unknown users to Register Now, Retry, or Cancel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4D75E6-C72E-413B-B260-2A94C5BD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22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3E3C91-1CD6-4AD2-AFE7-0143483C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984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Both paths return the assignment error message when the REST service fails: Something went wrong. Please try again later.</a:t>
            </a:r>
          </a:p>
        </p:txBody>
      </p:sp>
    </p:spTree>
    <p:extLst>
      <p:ext uri="{BB962C8B-B14F-4D97-AF65-F5344CB8AC3E}">
        <p14:creationId xmlns:p14="http://schemas.microsoft.com/office/powerpoint/2010/main" val="724829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55FA5-7FBA-4F20-B2DA-F31EF392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CHAT CHANNELS, AUTOMATION, KNOWLEDGE, AND 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4AB72-CDEB-47D9-855D-FA57FB96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Kore.ai 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5E3DD-9272-424B-97A9-0FDB2439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A2192-475C-48BB-B548-F90801D8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C656B-026C-45BA-9599-C573C8F4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Channel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B454F-2B28-436F-A307-54FE4595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Kore.ai XO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24D94-0B56-4B83-A38D-CB4DE756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00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Knowledge and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B9382-8D39-4259-9187-61C6C27E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495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3BE25-68B4-4605-A187-609F738B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</a:t>
            </a:r>
          </a:p>
          <a:p xmlns:a="http://schemas.openxmlformats.org/drawingml/2006/main">
            <a:pPr>
              <a:defRPr sz="18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3FAFA-F87F-4B95-AF5E-5A8B17F9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661E9-1136-493B-97E3-976DCF5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NLU intents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Dialog tasks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Entities and validation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Sentiment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178A0-EB5F-4689-989D-18FC5E79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2552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409D7-67AD-4A6F-8B5B-72329D32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16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</a:t>
            </a:r>
          </a:p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website</a:t>
            </a:r>
          </a:p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MockAPI REST 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D5642-B3C3-49C4-A9FB-51CA0A22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A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C1741-48B2-4EB9-B62B-303BC893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3A627-30F8-429D-BE31-8ED8B545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801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AA151-E1E4-442B-804A-1B4E88E9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1013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Monitoring records intent, question, confidence, fallback behavior, REST status, and handoff outcome for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1119392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57A6B-655C-45B7-872C-BBCB044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FROM REQUIREMENTS TO CONTINUOUS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43EEA-7DE6-436D-8906-A21A60D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Bot Development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DD75C-7F45-4FED-B2D9-20F2119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FEFAF-55EC-40C7-9257-5A839FC5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3F284-909B-4519-824E-7B8C383B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42A64-1E9D-42EC-8549-31B453DA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19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9C0B7-CA27-4EAD-A4D3-8E28E661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CC4EE-6CED-4A7B-960F-A9A63A42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Define intents, entities, dialog flows, and error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DB766-5456-44D2-A7E1-FF30BBB8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37239-22ED-4F1A-A319-821EFE38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A2A9F-0CCC-44DA-8E8E-B469781E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19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652CF-B122-4830-AC9E-89A34CFB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F8962-749C-4C9C-A989-4EDDB5CC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Create dialogs, REST nodes, and Search AI knowledge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85009-CF69-4FC3-9FF8-3B089DF6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B3C33-3613-4172-9EBD-A3F9441C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D2387-1C6F-4CB2-B578-D282EA17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419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01658-7CA8-4332-AEF5-F3FFA7C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4288B-5F92-4B57-B48E-195E005A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Add 5 to 10 utterances per intent and check 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B3463-C626-4CAE-B614-2DF4C2BC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FCEEA-A26C-47DD-B092-34D6A0B9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31BE1-C60A-4962-8795-0CBCA92C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19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7747A-C878-4053-94D7-3184D8B5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4C1BD-C07B-469A-81EE-6D4B48B0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Run happy paths, validation errors, fallback, and API failure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00374-70AD-4879-844E-C2F65AB1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5DC99A-F029-4087-A901-0553FF8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01FAA-283B-47E2-B454-5C79DE13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19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67A9C-2299-454B-9A1E-189B4122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4DFE8A-2625-4CC6-A4E0-10AD4219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Publish chat channels and review production 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AAFDC-AD8B-44FF-86D6-4401264D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351A9-3541-4A73-9A66-E19559FA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006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03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 created: User Registration intent, training utterances, greeting, username collection, email collection, email validation, and confirmation handling in Kore.ai.</a:t>
            </a:r>
          </a:p>
        </p:txBody>
      </p:sp>
    </p:spTree>
    <p:extLst>
      <p:ext uri="{BB962C8B-B14F-4D97-AF65-F5344CB8AC3E}">
        <p14:creationId xmlns:p14="http://schemas.microsoft.com/office/powerpoint/2010/main" val="48891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9F4FE-B7E5-4DAF-9BB9-A6F64A2A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ANSWER DISCOVERY WHEN NO TRAINED INTENT MATCHES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A0254-ABB9-4E8C-94BF-9CDADCD0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 and Knowledge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FCEEE-4CC8-4275-94D3-5B9C5D9C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46345-AB52-4311-AB69-D831CE5F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8DA4D-671E-4415-B900-64D5503D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EA715-2C2D-49A3-989A-A5ECF237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2F647-81C5-47F2-8B75-BB5BB700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services, case studies, blogs, About pages, and approved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381FA-C80E-458D-9019-DF9170FC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F2C75-2E68-42F1-8920-98B3AF8E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3478B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478B7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F4629-F36F-4BE3-94B7-6705703F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Keyword ranker plus semantic ranker to retrieve relevant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58F36-FCB9-4370-8882-67BEE716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962A9-82FA-4183-BDD2-543147E4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5BB07-8B1B-4858-A5C5-924E9A79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service_type, category, and blog_tag keep results focused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3A8DC-3842-4718-8D0E-FD919456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1D402-F4D7-4695-A1AC-02F8F601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758B5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58B5E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796AC-0311-42C0-B7F4-B1B38884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Show related options, the Pronix website, and support contact when no answer exists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14F03-79DB-4668-B37A-E839D703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74394-BF34-478C-B4D3-D70A6C04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6257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Crawler starting URL: https://pronix.ai/  |  Assignment URL http://www.pronixinc.com redirects to the current Pronix site.</a:t>
            </a:r>
          </a:p>
        </p:txBody>
      </p:sp>
    </p:spTree>
    <p:extLst>
      <p:ext uri="{BB962C8B-B14F-4D97-AF65-F5344CB8AC3E}">
        <p14:creationId xmlns:p14="http://schemas.microsoft.com/office/powerpoint/2010/main" val="1274835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44F18-8065-498F-A839-7860F28F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REPRESENTATIVE INTENT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4E989-F4B9-4232-B9B3-22D27ECE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NLP Training and Test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243FE-084B-437A-990E-216D2DEF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F2BF9-1017-4F76-B5FF-7D8647CB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4629150"/>
                <a:gridCol w="4076700"/>
              </a:tblGrid>
              <a:tr h="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Intent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 utterances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outcome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UserRegistration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register; sign up; create an account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Collect profile entities and create user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UserLogin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login; sign in; access my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Validate email and retrieve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PronixServices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what services do you offer; contact center AI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Respond with relevant service information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CaseStudySearch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show a case study; Kore.ai example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Search case-study content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ContactSupport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contact Pronix; talk to a person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Offer support route or handoff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4D63B-E769-4E67-B4BD-36B6E688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Test each intent with phrasing not used in training. Add missed phrases only after reviewing the result and expected path.</a:t>
            </a:r>
          </a:p>
        </p:txBody>
      </p:sp>
    </p:spTree>
    <p:extLst>
      <p:ext uri="{BB962C8B-B14F-4D97-AF65-F5344CB8AC3E}">
        <p14:creationId xmlns:p14="http://schemas.microsoft.com/office/powerpoint/2010/main" val="1748412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4807A-EEA1-48DA-8F59-DB1491A5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PRACTICAL DEPLOYMENT PLAN FOR A CHAT 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58858-4F49-4EF9-80B2-33451A3F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Deployment, Channels, and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95CAF-97A2-4A27-B465-3C9C2397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FA657-334E-4021-B06A-D0EA1044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2DEE5-61C6-49FF-9F9A-F1302BA6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639BC-D80D-4779-A4EA-A72DADCB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49CCE-436E-406E-93CD-E29B337B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Embed the Kore Web SDK on the Pronix site. Test the same dialog tasks used during browser development.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2C53E-9123-4FA9-9FB0-05876868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73319-E515-4581-8075-7B4DB84B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5F1D1-E8F5-4758-8CFC-B51EADFF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Create the bot with @BotFather, place the token only in Kore.ai, enable the channel, publish, then test after the user starts the chat.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DFA16-07E2-4E39-AB5F-8A1AB0BB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E026C-D4BC-44C1-8EBC-912F3B45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3478B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478B7"/>
                </a:solidFill>
                <a:latin typeface="Arial"/>
                <a:ea typeface="Arial"/>
                <a:cs typeface="Arial"/>
              </a:rPr>
              <a:t>MockAPI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A6B73-9F4C-4C2D-8A45-32D37F13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 the resource URL as an environment or configuration variable. Support GET, POST, PUT, and DELETE for the prototype.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EDC5F-955C-45B0-BB46-A9985AD4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26519-35BB-438A-AD8D-88D9DCA8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435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requirement: Do not store Telegram tokens, channel credentials, or real passwords in source code, screenshots, Git, or the presentation. Replace MockAPI with a secured backend before production.</a:t>
            </a:r>
          </a:p>
        </p:txBody>
      </p:sp>
    </p:spTree>
    <p:extLst>
      <p:ext uri="{BB962C8B-B14F-4D97-AF65-F5344CB8AC3E}">
        <p14:creationId xmlns:p14="http://schemas.microsoft.com/office/powerpoint/2010/main" val="1710549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8BB0F-EBD0-4F0C-8583-03304D92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2C644-1C40-4E25-AA2C-A4A70E4B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39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C8E36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8E36B"/>
                </a:solidFill>
                <a:latin typeface="Arial"/>
                <a:ea typeface="Arial"/>
                <a:cs typeface="Arial"/>
              </a:rPr>
              <a:t>The assignment connects a user-facing chat experience with structured automation, enterprise knowledge search, and a clear delivery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67A28-B534-442E-B51E-121E117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375D4-D87A-420E-A13F-43C5728B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2540C-0DF3-4C71-BDD6-3ABFDB5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The runnable prototype covers registration, login, account changes, Search AI-style fallback, sentiment labels, monitoring events, and REST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A06E9-21E1-4469-A1FC-BC499255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73381-84C8-4395-B1A2-A050B10E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 learned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DBB09-A749-4AF3-91CC-B7BE6527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7192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Reliable bots use NLP for intent recognition, entities for validated inputs, and explicit failure messages when a service cannot complete a request.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43F40-39A5-44F0-A696-C6B26D8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3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BC21B-AD96-4DAF-BCD1-A1F7A914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remains owner-specific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8B731-19B0-4036-BB16-1FB8F519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MockAPI resource URLs, Telegram bot tokens, Meta verification, and final channel publishing must use the project owner's accounts.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52907-0A18-4272-A18E-4F60D08A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867686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2026-09-30T14:05:31.3690000Z</dcterms:created>
  <dcterms:modified xsi:type="dcterms:W3CDTF">2026-09-30T14:05:31.3690000Z</dcterms:modified>
</coreProperties>
</file>
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9626b4a71c4c2a" /><Relationship Type="http://schemas.openxmlformats.org/officeDocument/2006/relationships/extended-properties" Target="/docProps/app.xml" Id="R8fe64f3c4c2a4271" /><Relationship Type="http://schemas.openxmlformats.org/officeDocument/2006/relationships/officeDocument" Target="/ppt/presentation.xml" Id="R7febc677941f4f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e47da95fda46c7"/>
  </p:sldMasterIdLst>
  <p:notesMasterIdLst>
    <p:notesMasterId xmlns:r="http://schemas.openxmlformats.org/officeDocument/2006/relationships" r:id="Rf4322cae071143a6"/>
  </p:notesMasterIdLst>
  <p:sldIdLst>
    <p:sldId xmlns:r="http://schemas.openxmlformats.org/officeDocument/2006/relationships" id="256" r:id="Ra7644919bcab44ee"/>
    <p:sldId xmlns:r="http://schemas.openxmlformats.org/officeDocument/2006/relationships" id="257" r:id="Rc807f6f9fee44e49"/>
    <p:sldId xmlns:r="http://schemas.openxmlformats.org/officeDocument/2006/relationships" id="258" r:id="R3b8996a4bbc44c22"/>
    <p:sldId xmlns:r="http://schemas.openxmlformats.org/officeDocument/2006/relationships" id="259" r:id="R0b6b17f305d64a90"/>
    <p:sldId xmlns:r="http://schemas.openxmlformats.org/officeDocument/2006/relationships" id="260" r:id="Rb08539fb7ec944b8"/>
    <p:sldId xmlns:r="http://schemas.openxmlformats.org/officeDocument/2006/relationships" id="261" r:id="Rfedc2b25478e4661"/>
    <p:sldId xmlns:r="http://schemas.openxmlformats.org/officeDocument/2006/relationships" id="262" r:id="Rc7d26fe5349e4bc2"/>
    <p:sldId xmlns:r="http://schemas.openxmlformats.org/officeDocument/2006/relationships" id="263" r:id="R2ffddfd6c69944e6"/>
    <p:sldId xmlns:r="http://schemas.openxmlformats.org/officeDocument/2006/relationships" id="264" r:id="R88c6a1474a6449a9"/>
    <p:sldId xmlns:r="http://schemas.openxmlformats.org/officeDocument/2006/relationships" id="265" r:id="Rdfb420fcfbe34862"/>
    <p:sldId xmlns:r="http://schemas.openxmlformats.org/officeDocument/2006/relationships" id="266" r:id="R4a5dadda273f4565"/>
    <p:sldId xmlns:r="http://schemas.openxmlformats.org/officeDocument/2006/relationships" id="267" r:id="Rc2e1b85515f544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f7660e9284648" /><Relationship Type="http://schemas.openxmlformats.org/officeDocument/2006/relationships/slideMaster" Target="/ppt/slideMasters/slideMaster1.xml" Id="R0be47da95fda46c7" /><Relationship Type="http://schemas.openxmlformats.org/officeDocument/2006/relationships/notesMaster" Target="/ppt/notesMasters/notesMaster1.xml" Id="Rf4322cae071143a6" /><Relationship Type="http://schemas.openxmlformats.org/officeDocument/2006/relationships/presProps" Target="/ppt/presProps.xml" Id="R08697072875a486d" /><Relationship Type="http://schemas.openxmlformats.org/officeDocument/2006/relationships/tableStyles" Target="/ppt/tableStyles.xml" Id="Rc84f176d56924858" /><Relationship Type="http://schemas.openxmlformats.org/officeDocument/2006/relationships/slide" Target="/ppt/slides/slide1.xml" Id="Ra7644919bcab44ee" /><Relationship Type="http://schemas.openxmlformats.org/officeDocument/2006/relationships/slide" Target="/ppt/slides/slide2.xml" Id="Rc807f6f9fee44e49" /><Relationship Type="http://schemas.openxmlformats.org/officeDocument/2006/relationships/slide" Target="/ppt/slides/slide3.xml" Id="R3b8996a4bbc44c22" /><Relationship Type="http://schemas.openxmlformats.org/officeDocument/2006/relationships/slide" Target="/ppt/slides/slide4.xml" Id="R0b6b17f305d64a90" /><Relationship Type="http://schemas.openxmlformats.org/officeDocument/2006/relationships/slide" Target="/ppt/slides/slide5.xml" Id="Rb08539fb7ec944b8" /><Relationship Type="http://schemas.openxmlformats.org/officeDocument/2006/relationships/slide" Target="/ppt/slides/slide6.xml" Id="Rfedc2b25478e4661" /><Relationship Type="http://schemas.openxmlformats.org/officeDocument/2006/relationships/slide" Target="/ppt/slides/slide7.xml" Id="Rc7d26fe5349e4bc2" /><Relationship Type="http://schemas.openxmlformats.org/officeDocument/2006/relationships/slide" Target="/ppt/slides/slide8.xml" Id="R2ffddfd6c69944e6" /><Relationship Type="http://schemas.openxmlformats.org/officeDocument/2006/relationships/slide" Target="/ppt/slides/slide9.xml" Id="R88c6a1474a6449a9" /><Relationship Type="http://schemas.openxmlformats.org/officeDocument/2006/relationships/slide" Target="/ppt/slides/slide10.xml" Id="Rdfb420fcfbe34862" /><Relationship Type="http://schemas.openxmlformats.org/officeDocument/2006/relationships/slide" Target="/ppt/slides/slide11.xml" Id="R4a5dadda273f4565" /><Relationship Type="http://schemas.openxmlformats.org/officeDocument/2006/relationships/slide" Target="/ppt/slides/slide12.xml" Id="Rc2e1b85515f544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c97367ed6a47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71f039537e4cac" /><Relationship Type="http://schemas.openxmlformats.org/officeDocument/2006/relationships/notesMaster" Target="/ppt/notesMasters/notesMaster1.xml" Id="R4eea23567cdc42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8314a1d694462a" /><Relationship Type="http://schemas.openxmlformats.org/officeDocument/2006/relationships/notesMaster" Target="/ppt/notesMasters/notesMaster1.xml" Id="R621392412a4047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4f2d64e5c94d25" /><Relationship Type="http://schemas.openxmlformats.org/officeDocument/2006/relationships/notesMaster" Target="/ppt/notesMasters/notesMaster1.xml" Id="Rae22d6bda72d43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b542235c2444eb" /><Relationship Type="http://schemas.openxmlformats.org/officeDocument/2006/relationships/notesMaster" Target="/ppt/notesMasters/notesMaster1.xml" Id="R13de0df9c4f945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2a45e1bff64688" /><Relationship Type="http://schemas.openxmlformats.org/officeDocument/2006/relationships/notesMaster" Target="/ppt/notesMasters/notesMaster1.xml" Id="R39fa7b40dfc14b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9d0f711fbc47f3" /><Relationship Type="http://schemas.openxmlformats.org/officeDocument/2006/relationships/notesMaster" Target="/ppt/notesMasters/notesMaster1.xml" Id="R5d255b634f23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2b95c3f256492b" /><Relationship Type="http://schemas.openxmlformats.org/officeDocument/2006/relationships/notesMaster" Target="/ppt/notesMasters/notesMaster1.xml" Id="R2b608c06bea547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0496b0172f4127" /><Relationship Type="http://schemas.openxmlformats.org/officeDocument/2006/relationships/notesMaster" Target="/ppt/notesMasters/notesMaster1.xml" Id="R77a45df978454c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a6543271954c40" /><Relationship Type="http://schemas.openxmlformats.org/officeDocument/2006/relationships/notesMaster" Target="/ppt/notesMasters/notesMaster1.xml" Id="Rfdd7e4a4a51542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28affaea7443c7" /><Relationship Type="http://schemas.openxmlformats.org/officeDocument/2006/relationships/notesMaster" Target="/ppt/notesMasters/notesMaster1.xml" Id="R2e422395064243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b0802220c845a1" /><Relationship Type="http://schemas.openxmlformats.org/officeDocument/2006/relationships/notesMaster" Target="/ppt/notesMasters/notesMaster1.xml" Id="Rb4c04e832b0b4a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3e8dc0a74844d6" /><Relationship Type="http://schemas.openxmlformats.org/officeDocument/2006/relationships/notesMaster" Target="/ppt/notesMasters/notesMaster1.xml" Id="Rcc25d0cc289846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Opening slide for the Pronix AI Chatbot Development Assignment.</a:t>
            </a:r>
          </a:p>
          <a:p xmlns:a="http://schemas.openxmlformats.org/drawingml/2006/main">
            <a:r>
              <a:t>Source: User-provided Pronix assignment brief, 30 Sep 2026.</a:t>
            </a:r>
          </a:p>
          <a:p xmlns:a="http://schemas.openxmlformats.org/drawingml/2006/main">
            <a:r>
              <a:t>Visual: Project-local generated illustration, src/assets/pronix-workforce-ai.png.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evaluation email and attached assignment text.</a:t>
            </a:r>
          </a:p>
          <a:p xmlns:a="http://schemas.openxmlformats.org/drawingml/2006/main">
            <a:r>
              <a:t>Key interpretation: Chat only applies to the bot experience. Website and Telegram are chat channels; voice capability is not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Generative AI: models produce new text or other media from context and training patterns.</a:t>
            </a:r>
          </a:p>
          <a:p xmlns:a="http://schemas.openxmlformats.org/drawingml/2006/main">
            <a:r>
              <a:t>Conversational AI: systems manage natural language interactions, intents, entities, state, and responses.</a:t>
            </a:r>
          </a:p>
          <a:p xmlns:a="http://schemas.openxmlformats.org/drawingml/2006/main">
            <a:r>
              <a:t>Reference: Kore.ai XO documentation, https://docs.kore.ai/xo/home/ (accessed 30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Pronix assignment scope.</a:t>
            </a:r>
          </a:p>
          <a:p xmlns:a="http://schemas.openxmlformats.org/drawingml/2006/main">
            <a:r>
              <a:t>Actors: Website visitors and potential clients interact with the Pronix virtual assistant.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assignment, sections 6.3 and 7.</a:t>
            </a:r>
          </a:p>
          <a:p xmlns:a="http://schemas.openxmlformats.org/drawingml/2006/main">
            <a:r>
              <a:t>The runnable web prototype implements the full experience. The Kore.ai configuration is documented in docs/kore-xo-build.md.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sections 4, 6.4, 6.5, and 8.</a:t>
            </a:r>
          </a:p>
          <a:p xmlns:a="http://schemas.openxmlformats.org/drawingml/2006/main">
            <a:r>
              <a:t>Architecture diagram is an editable presentation object.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sections 6, 7, and 8.</a:t>
            </a:r>
          </a:p>
          <a:p xmlns:a="http://schemas.openxmlformats.org/drawingml/2006/main">
            <a:r>
              <a:t>Project status: a responsive web prototype is runnable locally; the Kore.ai User Registration dialog was created and configured during this assignment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 6.5.</a:t>
            </a:r>
          </a:p>
          <a:p xmlns:a="http://schemas.openxmlformats.org/drawingml/2006/main">
            <a:r>
              <a:t>Reference: Pronix public website, https://pronix.ai/; Kore.ai Search AI documentation, https://docs.kore.ai/xo/searchai/ (accessed 30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 6.6.</a:t>
            </a:r>
          </a:p>
          <a:p xmlns:a="http://schemas.openxmlformats.org/drawingml/2006/main">
            <a:r>
              <a:t>The assignment calls for 5 to 10 utterances per intent. The Kore.ai build guide contains a complete starting set for eight intents.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Telegram introduction to bots, https://core.telegram.org/bots. Telegram states that a BotFather token gives full control of the bot and must be kept secure.</a:t>
            </a:r>
          </a:p>
          <a:p xmlns:a="http://schemas.openxmlformats.org/drawingml/2006/main">
            <a:r>
              <a:t>Reference: User-provided assignment sections 6.4 and 6.5.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Summary: The deliverables include a runnable frontend, a Kore.ai build guide, and a configured User Registration dialog in the user's Kore.ai workspace.</a:t>
            </a:r>
          </a:p>
          <a:p xmlns:a="http://schemas.openxmlformats.org/drawingml/2006/main">
            <a:r>
              <a:t>Source: Current project implementation and user-provided assignment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current local implementation, current Kore.ai workspace configuration, and defined assignment test cases.</a:t>
            </a:r>
          </a:p>
          <a:p xmlns:a="http://schemas.openxmlformats.org/drawingml/2006/main">
            <a:r>
              <a:t>Telegram is marked in progress because account sign-in is required before BotFather can create the bot. No credentials are exposed in the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17e42a409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36e7ba135146cb" /><Relationship Type="http://schemas.openxmlformats.org/officeDocument/2006/relationships/slideLayout" Target="/ppt/slideLayouts/slideLayout1.xml" Id="R0170a987fc384f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70a987fc384f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56829d2ec4c77" /><Relationship Type="http://schemas.openxmlformats.org/officeDocument/2006/relationships/image" Target="/ppt/media/image.png" Id="R06c1e95624394dc9" /><Relationship Type="http://schemas.openxmlformats.org/officeDocument/2006/relationships/notesSlide" Target="/ppt/notesSlides/notesSlide1.xml" Id="Rd6b85247b1234e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a6f68f4074594" /><Relationship Type="http://schemas.openxmlformats.org/officeDocument/2006/relationships/notesSlide" Target="/ppt/notesSlides/notesSlide2.xml" Id="R7874e9544f8c48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a8705bac94112" /><Relationship Type="http://schemas.openxmlformats.org/officeDocument/2006/relationships/notesSlide" Target="/ppt/notesSlides/notesSlide3.xml" Id="R558eadb6759446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209e1fbdb4b6d" /><Relationship Type="http://schemas.openxmlformats.org/officeDocument/2006/relationships/notesSlide" Target="/ppt/notesSlides/notesSlide4.xml" Id="Rc1228c72ac124d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d7d2f993840f5" /><Relationship Type="http://schemas.openxmlformats.org/officeDocument/2006/relationships/notesSlide" Target="/ppt/notesSlides/notesSlide5.xml" Id="R755edab4833e4c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d00c495b0440b" /><Relationship Type="http://schemas.openxmlformats.org/officeDocument/2006/relationships/notesSlide" Target="/ppt/notesSlides/notesSlide6.xml" Id="Rc4974d0e7fc34d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98dc2968e4466" /><Relationship Type="http://schemas.openxmlformats.org/officeDocument/2006/relationships/notesSlide" Target="/ppt/notesSlides/notesSlide7.xml" Id="Rdfb6a8a6662f4f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a8e9812a04122" /><Relationship Type="http://schemas.openxmlformats.org/officeDocument/2006/relationships/notesSlide" Target="/ppt/notesSlides/notesSlide8.xml" Id="R09700ec6c05647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2c8c95ebc4657" /><Relationship Type="http://schemas.openxmlformats.org/officeDocument/2006/relationships/notesSlide" Target="/ppt/notesSlides/notesSlide9.xml" Id="Rdce9031dc4ad40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d974b81b34a2f" /><Relationship Type="http://schemas.openxmlformats.org/officeDocument/2006/relationships/notesSlide" Target="/ppt/notesSlides/notesSlide10.xml" Id="R435b6690488f4f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695728dbe49e6" /><Relationship Type="http://schemas.openxmlformats.org/officeDocument/2006/relationships/notesSlide" Target="/ppt/notesSlides/notesSlide11.xml" Id="R848acf2d4bb847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703a6c7aa4b17" /><Relationship Type="http://schemas.openxmlformats.org/officeDocument/2006/relationships/notesSlide" Target="/ppt/notesSlides/notesSlide12.xml" Id="R118c0c13c1f743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1e95624394dc9"/>
          <a:srcRect xmlns:a="http://schemas.openxmlformats.org/drawingml/2006/main" l="31806" t="0" r="318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0"/>
            <a:ext cx="4991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5E43B-7388-4597-A076-30317BF8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ECA88-8DFA-4AD8-B82A-8BE70402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3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974FE-94C9-4335-8575-3DC8149D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5695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69"/>
          </a:bodyPr>
          <a:lstStyle xmlns:a="http://schemas.openxmlformats.org/drawingml/2006/main"/>
          <a:p xmlns:a="http://schemas.openxmlformats.org/drawingml/2006/main">
            <a:pPr>
              <a:defRPr sz="3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Chatbot Development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8A4A7-AC02-45D0-B230-50E80717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8E36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8E36B"/>
                </a:solidFill>
                <a:latin typeface="Arial"/>
                <a:ea typeface="Arial"/>
                <a:cs typeface="Arial"/>
              </a:rPr>
              <a:t>Conversational AI Bot for Pronix Inc.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FA257-8F99-4B93-9F15-A73F288A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Kore.ai XO Platform  |  Chat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741F8-82DB-4E97-9011-136E36A5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Prepared by Sandeep Arimilli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B72D3-7B2D-4554-95A8-4B44427E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FCBD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FCBD6"/>
                </a:solidFill>
                <a:latin typeface="Arial"/>
                <a:ea typeface="Arial"/>
                <a:cs typeface="Arial"/>
              </a:rPr>
              <a:t>Submission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2521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39625-1E41-492C-A12E-F13F5887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EVALUATION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873C2-8771-41E7-A481-647293FA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Assignment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79F08-097D-4CBF-9DAA-F0F32595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70C23-266F-4729-A8D4-C9F1658F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C46F9-4085-489D-ADBA-15A5E249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Build an AI bot for Pronix using Kore.ai, then explain the design and delivery approach.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62B8C-6043-4B61-BEEE-53E70BE2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B6D3D-A2D8-47C3-B724-6CB90ACB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Chat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7885C-A232-4A29-AAFC-587FA35E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The bot serves website visitors and prospective clients through conversational interactions. Voice and IVR sit outside this assignment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D1048-F418-44AA-87C6-911E1FB5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Expected submission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CC96F-9613-4499-B483-4D387B71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71D49-8F6F-4828-BAF8-394380DE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241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Working bot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7DA1B-C458-45BF-B984-E3F50E75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9082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Kore.ai intents, dialog tasks, training, and channel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7939D-F114-4F94-B119-FD9FF57F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E99C0-56C9-408A-A01F-60312C55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337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and automation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ABE7A-62D2-4D97-937B-EBB98126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0047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Pronix knowledge sources, REST integration, fallback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E6EAE-42AF-4889-BD89-DD20A8A8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12387-1281-4460-9F50-417654DB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43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DF29B-360C-48F2-AC2C-9332A8CB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012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Concepts, process, results, and learnings</a:t>
            </a:r>
          </a:p>
        </p:txBody>
      </p:sp>
    </p:spTree>
    <p:extLst>
      <p:ext uri="{BB962C8B-B14F-4D97-AF65-F5344CB8AC3E}">
        <p14:creationId xmlns:p14="http://schemas.microsoft.com/office/powerpoint/2010/main" val="301643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1F78C-0649-49DB-AFA7-C0FF0754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CORE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9AE44-F057-4696-9CC5-8150048D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Generative AI and Conversational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3BE7E-301A-43E5-AB1E-2F198327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5D0BC-6C60-4114-A33A-BFEE13D7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6B959-0527-460C-A3D8-9BA6F158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29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EC31F-5EDB-49E7-9196-3B086E8C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Generative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6916B-0571-47B2-B5F5-48DE4054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Creates new content from learned patterns. In this project it can rephrase a response or assist with an answer when the bot has reliable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EDE9C-5DA3-4E94-95C7-1FAB039F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5029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30069-FAA8-4457-9DDE-74391926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Conversational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33D4C-620C-4404-9462-A816CDC6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622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7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Understands user intent, asks for entities, manages task state, and returns a clear next response across supported chat channels.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FA7F7-391A-48A4-BCCF-9C139D8E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E1178-4413-4949-B713-667D89C4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721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Pronix assistant uses controlled dialog tasks for account actions and Search AI for questions that do not match a trained intent.</a:t>
            </a:r>
          </a:p>
        </p:txBody>
      </p:sp>
    </p:spTree>
    <p:extLst>
      <p:ext uri="{BB962C8B-B14F-4D97-AF65-F5344CB8AC3E}">
        <p14:creationId xmlns:p14="http://schemas.microsoft.com/office/powerpoint/2010/main" val="1536956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AEEFD-D2A4-4F0F-A5D1-635158BE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CONVERSATIONAL AI CHATBOT WITH SEARCH AND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CF9C2-F0BF-4284-BA15-9D42BCFA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Bot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9E3F0-3AF2-442B-ABDB-A6757B89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E5969-D6A5-4ED4-BAC6-C00731F2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3EA7B-FDE3-478C-8300-5419986C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59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 visitors and potential clients ask questions, create an account, or find the right Pronix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4F31D-709F-4782-A5A3-9FFA0994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Visitor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F448A-971B-4F79-8A13-07C2B048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Pronix Virtual Assistant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7FF5D-39F2-4792-9B82-343D2C56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Useful 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BA9B1-1F67-4C76-A873-FEC64F22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813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7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4AC4E-36AF-4F1B-B606-91BAFA8B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7A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42B37-7EA4-48A5-A682-3A424338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4FEF1-95AE-4EB3-870E-C4816C5B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8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Ask about a service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insights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Log in or register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D740C-BFCA-4A9F-A4B4-F546D4D2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86150"/>
            <a:ext cx="3943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B7FBC-7731-484A-9D0C-034E223E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2743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Intent recognition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Entity collection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fallback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Sentiment-aware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05528-BCBD-4528-8184-5AE50398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B5603-7C7C-4F84-8B3A-B493A30C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2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Relevant answer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Account update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 or support route</a:t>
            </a:r>
          </a:p>
        </p:txBody>
      </p:sp>
    </p:spTree>
    <p:extLst>
      <p:ext uri="{BB962C8B-B14F-4D97-AF65-F5344CB8AC3E}">
        <p14:creationId xmlns:p14="http://schemas.microsoft.com/office/powerpoint/2010/main" val="1835316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E00495-49C2-4B43-96F0-F1BEF92E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REGISTRATION AND LOGIN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F4950-6425-4AC7-9029-7D3D26CC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Authentication Dialogs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020F2-E0A3-4DC6-9EAA-C7668E53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37A5E-E83F-40E6-BD3F-F37C076B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6BE72-202D-40D1-BC95-40312231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4146B-7C9D-4710-969B-C3AD3B9C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CA5D1-8AC8-4FFF-A8F3-A6CE7424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1964A-CEF5-4136-8A23-F35B4387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94B74-0A0E-45A8-8B60-A4F6BA19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Greet and offer Login or 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414CC-3D3D-420B-8786-84BC7A6D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860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2CE5F-B444-4DD4-825E-FAD07703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658ED-7187-4E24-BA05-AED3F23D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39D1D-F0C9-4F72-BA6C-1148E1A1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8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Collect username, email, phone, and password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41A68-F8D1-4E95-AA77-33E51346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67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AEF84-5DA2-4036-B8F2-AFDA3A5A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B6C63-B9DA-4B09-ACE8-3CB877DA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2B7D0-9E61-4A95-BFDE-AD760AC4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Validate entities and POST to MockAPI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3518B-97CB-4495-B557-6FA24CD8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48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D0B4D-199F-44A2-8346-07D8F667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8B7C1-B6EF-4884-B62A-6C61B231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1763E6-9D8D-497B-8648-12404432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97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Confirm success, then offer account 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C1841F-778D-4221-9247-87609CA5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7EC193-9E89-412D-A268-A8BA21BF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717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51802-6C00-4BE6-9708-542B245D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Collect the registered email with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77C7A-5E09-4CA0-B46D-35BA4DB1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860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1DC1A1-5156-4686-8730-F06B31E4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546CAE-4C78-4493-A02F-92FB65B3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A0A359-1044-425C-8CEF-89A2EE8B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GET and match the MockAPI user 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7E55C9-AD48-48EC-939D-5BD4CD71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67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87B4DA-E3FF-48FC-AF00-50D3B6CB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E70539-7E6C-47D8-9719-E69C551B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33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0DD539-54C9-4BD0-AFB3-FCE678AD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329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Greet the known user and show account options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CC335F-8594-44E9-B9EE-6287A143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48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2F7CCC-A58A-4D63-9A7E-11199110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67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336387-B7D4-41EF-8273-AC9A493F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EF305B-153A-41F6-A177-7C7E6D23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053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Route unknown users to Register Now, Retry, or Cancel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14C37C-DC8A-434F-9CC2-EF105A0E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22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56BDCE-41E0-4D6B-A047-4F8F0720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984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Both paths return the assignment error message when the REST service fails: Something went wrong. Please try again later.</a:t>
            </a:r>
          </a:p>
        </p:txBody>
      </p:sp>
    </p:spTree>
    <p:extLst>
      <p:ext uri="{BB962C8B-B14F-4D97-AF65-F5344CB8AC3E}">
        <p14:creationId xmlns:p14="http://schemas.microsoft.com/office/powerpoint/2010/main" val="33112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0B5F8-8DC6-47C3-8E50-36B11E5F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CHAT CHANNELS, AUTOMATION, KNOWLEDGE, AND 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6B042-4818-460D-A1D8-7C7BF7D1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Kore.ai 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6214B-E3E1-4057-B97A-C3D044D0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C8255-8AD9-46A4-BBD5-A5EA0B31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7F953-526B-47DD-8835-3598DF8F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Channel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D13D3-E17F-4F52-AB79-761E92B6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0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Kore.ai XO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FF977-274F-4D43-A3BD-7589768E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00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Knowledge and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3B163-95CC-4244-9D4B-E4941574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495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68F16-3FE2-44FF-90EB-A1E3539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</a:t>
            </a:r>
          </a:p>
          <a:p xmlns:a="http://schemas.openxmlformats.org/drawingml/2006/main">
            <a:pPr>
              <a:defRPr sz="18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6D376-5C0A-4A24-B695-74101F77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2971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2CB91-643D-443A-9A6D-4FDB04BC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NLU intents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Dialog tasks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Entities and validation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Sentiment handling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D3B2E-FEAF-4AB7-B232-AC931971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2552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8F3F4-E0C6-4C53-BD96-B5F5EE71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16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AI</a:t>
            </a:r>
          </a:p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website</a:t>
            </a:r>
          </a:p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MockAPI REST store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F3FE3-3480-4C6E-BB98-5626A401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A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F4597-0B28-41DD-A6E4-FE4A3DBF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838BC-45DF-43AF-B018-AC2B7696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801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CEB66-E2C6-4800-8134-43982C13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1013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Monitoring records intent, question, confidence, fallback behavior, REST status, and handoff outcome for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1407631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919E57-B827-4704-BE03-91CE71E0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FROM REQUIREMENTS TO CONTINUOUS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E883D-609D-4955-8DF4-5D69CB95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Bot Development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29320-0B89-4D8C-A4DD-949C352C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0897F-4E0E-45D5-A149-CD99A089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9DB6A-C7E3-47A1-88BC-6AAF94D6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DBB5E-8FA0-4ED8-8E0B-1A2C271B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869E2-5DEE-4BE5-8FB1-8A62C486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6B1AF-7B73-4EE5-AEAC-E5F10244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Define intents, entities, dialog flows, and error paths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EB792-D997-4291-9DC5-AB1E7E5B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6E4C1-69F9-439D-B33C-A964B087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0D231-B30E-40C4-8A74-CC1509CA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1D51E-A537-4BBE-9BB0-056D5F25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4FD77-2B4E-4F11-9739-3F954A65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Create dialogs, REST nodes, and Search AI knowledge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B9D09-0562-4653-87DC-7DBD9554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27288-9309-4EEE-9A9F-36838140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FF6E7-169A-4FBD-A28E-11B59063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2F1C1-0600-44DE-AACF-BFEB9528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67E4E-FB97-44EF-9A0C-AEC1A6FE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Add 5 to 10 utterances per intent and check confidence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E2B34-569C-471F-906D-E2FF47A7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9286B-2E10-4BFA-A0B2-40362841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B5782-E380-4016-B2CF-9F44F3E4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025E2-1A21-49E8-92F9-83DF0300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2D6C9-D6A0-4B67-BB3A-F81A96DD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Run happy paths, validation errors, fallback, and API failure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E6E09-2797-40D8-9CCF-8D84A78F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20146-21C8-44F0-A3B5-CA50E6BA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A7CC16-44B5-4171-A2BB-443DA4F7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0CA97-FA3C-4C08-99EF-FF7E9D3F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71FF4-66C9-486C-835B-8F1F2359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Publish chat channels and review production 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BB747C-5ABE-4E40-A68E-2654A11F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AFDB66-285F-4D40-9A68-A73E1BF0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006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03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 created: User Registration intent, training utterances, greeting, username collection, email collection, email validation, and confirmation handling in Kore.ai.</a:t>
            </a:r>
          </a:p>
        </p:txBody>
      </p:sp>
    </p:spTree>
    <p:extLst>
      <p:ext uri="{BB962C8B-B14F-4D97-AF65-F5344CB8AC3E}">
        <p14:creationId xmlns:p14="http://schemas.microsoft.com/office/powerpoint/2010/main" val="9300812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6151D-8EF0-49A2-969E-68E81B39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ANSWER DISCOVERY WHEN NO TRAINED INTENT MATCHES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FA04F-E476-4251-81CB-4A6C5874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AI and Knowledge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016DA-5979-4622-8CBD-8F740147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66236-67F4-422B-BAC4-8BB269F7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EAA2A-F4EA-4BDD-81BF-5CFB3B5F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B870A-1C33-4B2A-8A06-4A9C6366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5BB00-F006-4609-9BC8-AE85D60A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services, case studies, blogs, About pages, and approved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B2DB8-92D6-4AA7-B049-7456CA55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7A0D0-29CD-4B25-B5E3-B89B77BC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3478B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478B7"/>
                </a:solidFill>
                <a:latin typeface="Arial"/>
                <a:ea typeface="Arial"/>
                <a:cs typeface="Arial"/>
              </a:rPr>
              <a:t>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E7FFE-28B3-4ECA-B546-7EB95E33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Keyword ranker plus semantic ranker to retrieve relevant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B330C-7D7A-4AB0-A6A9-D22268B8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FFECA-C394-430C-B515-E290939A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AFD9D-BE30-4DE0-A7F1-5B0BA90A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service_type, category, and blog_tag keep results focused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2EA28-707B-4AA6-A33B-A029F0DF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B5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4D2B8-8487-4F77-B863-C1C15547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758B5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58B5E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CC217-9DFA-4193-8059-C499A45A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Show related options, the Pronix website, and support contact when no answer exists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996B0-74BB-4CAE-87DC-EF0AB8E4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F1639-B06C-4C81-B65A-F765A472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6257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Crawler starting URL: https://pronix.ai/  |  Assignment URL http://www.pronixinc.com redirects to the current Pronix site.</a:t>
            </a:r>
          </a:p>
        </p:txBody>
      </p:sp>
    </p:spTree>
    <p:extLst>
      <p:ext uri="{BB962C8B-B14F-4D97-AF65-F5344CB8AC3E}">
        <p14:creationId xmlns:p14="http://schemas.microsoft.com/office/powerpoint/2010/main" val="11038974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ABDC7-FEB5-4583-A195-C74EFD4F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REPRESENTATIVE INTENT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5DF77-B615-42C0-8F17-7261154A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NLP Training and Test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FD52E-E189-4CBC-9E90-3CABBDD0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4464C-21B0-4745-917B-8AB2FBD4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4629150"/>
                <a:gridCol w="4076700"/>
              </a:tblGrid>
              <a:tr h="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Intent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 utterances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outcome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UserRegistration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register; sign up; create an account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Collect profile entities and create user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UserLogin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login; sign in; access my account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Validate email and retrieve account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PronixServices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what services do you offer; contact center AI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Respond with relevant service information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CaseStudySearch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show a case study; Kore.ai example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Search case-study content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ContactSupport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contact Pronix; talk to a person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Offer support route or handoff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6D0CF-470C-49C0-93E7-5DCBA3FB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Test each intent with phrasing not used in training. Add missed phrases only after reviewing the result and expected path.</a:t>
            </a:r>
          </a:p>
        </p:txBody>
      </p:sp>
    </p:spTree>
    <p:extLst>
      <p:ext uri="{BB962C8B-B14F-4D97-AF65-F5344CB8AC3E}">
        <p14:creationId xmlns:p14="http://schemas.microsoft.com/office/powerpoint/2010/main" val="6313732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06596-1007-40CC-BEA1-82E038A3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PRACTICAL DEPLOYMENT PLAN FOR A CHAT 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29018-0A4A-40F5-A1F9-DCCDB470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Deployment, Channels, and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96475-A3BA-48EE-A848-AFD9E839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460FB-A85B-4961-818C-05990AB4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57BE3-2B35-4575-9481-C575D916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F3C31-73A5-4CEA-B209-84780658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A99DA-8B53-454C-8871-9445BDF5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Embed the Kore Web SDK on the Pronix site. Test the same dialog tasks used during browser development.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42A4C-AB10-42C6-875C-474B1487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0F11C-3F95-4131-BE7C-0561BD4C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89146-5639-427B-9373-CD4AB3DB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Create the bot with @BotFather, place the token only in Kore.ai, enable the channel, publish, then test after the user starts the chat.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9AB93-1DD7-4EB4-9617-D63A5081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69396-2DA2-4614-BB51-43BC6CD0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3478B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478B7"/>
                </a:solidFill>
                <a:latin typeface="Arial"/>
                <a:ea typeface="Arial"/>
                <a:cs typeface="Arial"/>
              </a:rPr>
              <a:t>MockAPI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86A4D-0B9E-4B89-BF4D-2E37C587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Use the resource URL as an environment or configuration variable. Support GET, POST, PUT, and DELETE for the prototype.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39BAF-886D-45FD-AADC-3B6705A2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8A7AB-DA1B-4967-9876-234E2036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435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requirement: Do not store Telegram tokens, channel credentials, or real passwords in source code, screenshots, Git, or the presentation. Replace MockAPI with a secured backend before production.</a:t>
            </a:r>
          </a:p>
        </p:txBody>
      </p:sp>
    </p:spTree>
    <p:extLst>
      <p:ext uri="{BB962C8B-B14F-4D97-AF65-F5344CB8AC3E}">
        <p14:creationId xmlns:p14="http://schemas.microsoft.com/office/powerpoint/2010/main" val="1570606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A5C31-0C58-4CD3-A86B-0425937D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C4B20-7009-47CA-92E4-7D5E8CE0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39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C8E36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8E36B"/>
                </a:solidFill>
                <a:latin typeface="Arial"/>
                <a:ea typeface="Arial"/>
                <a:cs typeface="Arial"/>
              </a:rPr>
              <a:t>The assignment connects a user-facing chat experience with structured automation, enterprise knowledge search, and a clear delivery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8D7F0-0972-439D-B187-BBF67A15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8249D-5833-4361-824A-5628818B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25817-95FF-4618-8BB6-64C98E35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The runnable prototype covers registration, login, account changes, Search AI-style fallback, sentiment labels, monitoring events, and REST fallback.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7A339-7E2B-4FB2-9709-24A56C79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BBF20-CE98-4C02-9A81-3479B649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1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 learned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71D1E-BCB9-4264-9DDF-9169EDC0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7192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Reliable bots use NLP for intent recognition, entities for validated inputs, and explicit failure messages when a service cannot complete a request.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4E8EE-3CDF-4463-A70D-A61A6C52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3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62C6F-78D9-457C-9833-F8A87303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remains owner-specific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FD5F6-1D6B-482F-90C8-BF9612A7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MockAPI resource URLs, Telegram bot tokens, Meta verification, and final channel publishing must use the project owner's accounts.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1C761-418D-460D-B949-53EC98A9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449253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BA989E-4F12-45CC-A120-788C3575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APPENDIX: BUILD VERIFICATION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54346-D325-4842-B400-84CD7667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Demo Evidence and 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CA414-50E3-4561-8FF3-5D141A6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F481F-2B86-411B-895C-225A2625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36774-7961-4740-98B4-7E4E7BB8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105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C0B9E-2A07-48BB-9D65-1B5F91BD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45FFA-9F86-4831-AE8F-6700DD39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Kore.ai dialog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154A2-92D0-49A0-AC1C-08565953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0502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1A8F3-5E0D-4DDD-9C51-D6F7AE8B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621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B12D3-D127-4688-A2D8-F9D01D82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User Registration intent, training utterances, greeting, username and email entities, email validation, and confirmation handling are configured.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1207D-82BF-4181-B92F-45B0D000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5105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B8B3C-DE8F-4062-A997-F771DA5E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19F00-32BA-4CFA-B417-AF9350A7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Runnable web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E2E8B-FB5B-462A-84CA-538B4469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502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F6261-57FA-46B0-9C17-45B18EC4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621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958D4-9121-4032-A543-7A9DAB01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Registration, login, modify account, delete account, fallback behavior, and REST-service error messaging are implemented in the local chat experience.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45021-651E-4067-9AB6-31F7D643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05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13490-8BFD-4795-97F3-F9D788CA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E51A4-B4D2-4555-A0E2-5B0DA51A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Test paths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CDBB2-64BF-4291-A9B9-942A7E2B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2907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941FE-725A-4039-87E9-CAC7529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86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40FEF-101B-496A-B864-86FC35DC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Valid registration, invalid email, known-user login, unknown-user route, retry/cancel, and service-failure behavior have defined expected outcomes.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DD7C9B-4A3A-4E10-B1DC-904370A7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5105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1016E7-F9FE-4D04-B09D-41954F06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B5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F6F878-CCF1-4093-8B24-3F404643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Telegram channel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248F19-0030-4E01-AD1C-C76AC79C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2907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B5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E50AC-D966-4854-8519-B6E65B7F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86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0942CD-AF27-4949-BB30-FB3AE10B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BotFather creation and Kore.ai channel activation proceed after the owner signs in to Telegram Web. The secret token is never stored in this deck or repository.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5BD326-3052-429C-9BE2-CE9C5309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7C7AC7-BD51-4D1C-A6C0-9D085482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67400"/>
            <a:ext cx="1021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is intentionally factual: configuration and application behavior are complete; owner authentication is the remaining prerequisite for Telegram activation.</a:t>
            </a:r>
          </a:p>
        </p:txBody>
      </p:sp>
    </p:spTree>
    <p:extLst>
      <p:ext uri="{BB962C8B-B14F-4D97-AF65-F5344CB8AC3E}">
        <p14:creationId xmlns:p14="http://schemas.microsoft.com/office/powerpoint/2010/main" val="1941047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2026-09-30T14:19:58.3040000Z</dcterms:created>
  <dcterms:modified xsi:type="dcterms:W3CDTF">2026-09-30T14:19:58.3040000Z</dcterms:modified>
</coreProperties>
</file>